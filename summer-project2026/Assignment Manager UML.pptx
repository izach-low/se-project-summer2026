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16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5373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Assignment Manager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5910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UML Diagram Deck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938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By Isaac Lopez, Alejandro Benavides, and Peter Moreno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406640" y="1046988"/>
            <a:ext cx="3063240" cy="39776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1458468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45552" y="1559052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</a:rPr>
              <a:t>Student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45552" y="1778508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4748B"/>
                </a:solidFill>
              </a:rPr>
              <a:t>register • login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7772400" y="2601468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45552" y="2702052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</a:rPr>
              <a:t>Assignment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845552" y="2921508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4748B"/>
                </a:solidFill>
              </a:rPr>
              <a:t>title • class • due date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7772400" y="3744468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45552" y="3845052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</a:rPr>
              <a:t>Note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845552" y="4064508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4748B"/>
                </a:solidFill>
              </a:rPr>
              <a:t>title • class • content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8942832" y="2025396"/>
            <a:ext cx="0" cy="576072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942832" y="3168396"/>
            <a:ext cx="0" cy="576072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UML Class Diagram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7132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Core models, forms, and view/controller responsibilities in the Assignment Manager project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679192" y="2430978"/>
            <a:ext cx="955548" cy="0"/>
          </a:xfrm>
          <a:prstGeom prst="line">
            <a:avLst/>
          </a:prstGeom>
          <a:noFill/>
          <a:ln w="15240">
            <a:solidFill>
              <a:srgbClr val="1F293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654046" y="2235708"/>
            <a:ext cx="1005840" cy="164592"/>
          </a:xfrm>
          <a:prstGeom prst="rect">
            <a:avLst/>
          </a:prstGeom>
          <a:solidFill>
            <a:srgbClr val="F7F9FC">
              <a:alpha val="92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F2937"/>
                </a:solidFill>
              </a:rPr>
              <a:t>optional owner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412658" y="4803255"/>
            <a:ext cx="1828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71600" y="4709160"/>
            <a:ext cx="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V="1">
            <a:off x="1437968" y="3196860"/>
            <a:ext cx="0" cy="762492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63262" y="4702081"/>
            <a:ext cx="5029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273972" y="3536899"/>
            <a:ext cx="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273972" y="3290011"/>
            <a:ext cx="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273972" y="3783787"/>
            <a:ext cx="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0352" y="1664208"/>
            <a:ext cx="2148840" cy="1444752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0352" y="1664208"/>
            <a:ext cx="2148840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1737360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</a:rPr>
              <a:t>User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</a:rPr>
              <a:t>(Django auth)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0352" y="2011680"/>
            <a:ext cx="2148840" cy="0"/>
          </a:xfrm>
          <a:prstGeom prst="line">
            <a:avLst/>
          </a:prstGeom>
          <a:noFill/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093976"/>
            <a:ext cx="1929384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</a:rPr>
              <a:t>- id: int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</a:rPr>
              <a:t>- username: str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</a:rPr>
              <a:t>- password: str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</a:rPr>
              <a:t>- email: str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530352" y="2741371"/>
            <a:ext cx="21488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2814523"/>
            <a:ext cx="1929384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F2937"/>
                </a:solidFill>
              </a:rPr>
              <a:t>+ login()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1F2937"/>
                </a:solidFill>
              </a:rPr>
              <a:t>+ logout()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3598164" y="1225296"/>
            <a:ext cx="2286000" cy="199339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598164" y="1225296"/>
            <a:ext cx="228600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34740" y="1298448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</a:rPr>
              <a:t>Assignment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98164" y="1572768"/>
            <a:ext cx="2286000" cy="0"/>
          </a:xfrm>
          <a:prstGeom prst="line">
            <a:avLst/>
          </a:prstGeom>
          <a:noFill/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707892" y="1655064"/>
            <a:ext cx="2066544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</a:rPr>
              <a:t>- id: int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</a:rPr>
              <a:t>- user: User?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</a:rPr>
              <a:t>- title: str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</a:rPr>
              <a:t>- class_name: str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</a:rPr>
              <a:t>- due_date: DateTime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</a:rPr>
              <a:t>- done: bool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3598164" y="2631643"/>
            <a:ext cx="22860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07892" y="2704795"/>
            <a:ext cx="206654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</a:rPr>
              <a:t>+ __str__(): str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6632350" y="1459500"/>
            <a:ext cx="2331720" cy="1755648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632350" y="1459500"/>
            <a:ext cx="2331720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68926" y="1532652"/>
            <a:ext cx="2258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</a:rPr>
              <a:t>Note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32350" y="1806972"/>
            <a:ext cx="2331720" cy="0"/>
          </a:xfrm>
          <a:prstGeom prst="line">
            <a:avLst/>
          </a:prstGeom>
          <a:noFill/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742078" y="1889268"/>
            <a:ext cx="2112264" cy="7790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</a:rPr>
              <a:t>- id: int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</a:rPr>
              <a:t>- title: str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</a:rPr>
              <a:t>- class_name: str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</a:rPr>
              <a:t>- content: Text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</a:rPr>
              <a:t>- updated_at: DateTime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6632350" y="2723201"/>
            <a:ext cx="233172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42078" y="2796353"/>
            <a:ext cx="211226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</a:rPr>
              <a:t>+ __str__(): str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502920" y="3977640"/>
            <a:ext cx="178308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397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02920" y="3977640"/>
            <a:ext cx="1783080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39496" y="4050792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</a:rPr>
              <a:t>RegisterForm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4325112"/>
            <a:ext cx="1783080" cy="0"/>
          </a:xfrm>
          <a:prstGeom prst="line">
            <a:avLst/>
          </a:prstGeom>
          <a:noFill/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2648" y="4407408"/>
            <a:ext cx="15636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- username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- password1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- password2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02920" y="4928616"/>
            <a:ext cx="178308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2648" y="5001768"/>
            <a:ext cx="1563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+ is_valid()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+ save(): User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762756" y="3922776"/>
            <a:ext cx="201168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397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762756" y="3922776"/>
            <a:ext cx="2011680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799332" y="399592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</a:rPr>
              <a:t>AssignmentForm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762756" y="4270248"/>
            <a:ext cx="2011680" cy="0"/>
          </a:xfrm>
          <a:prstGeom prst="line">
            <a:avLst/>
          </a:prstGeom>
          <a:noFill/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872484" y="4352544"/>
            <a:ext cx="17922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- title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- class_name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- due_date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762756" y="4873752"/>
            <a:ext cx="201168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872484" y="4946904"/>
            <a:ext cx="17922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+ is_valid()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+ save(): Assignment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822014" y="3970561"/>
            <a:ext cx="201168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397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822014" y="3970561"/>
            <a:ext cx="2011680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858590" y="4043713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</a:rPr>
              <a:t>NoteForm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22014" y="4318033"/>
            <a:ext cx="2011680" cy="0"/>
          </a:xfrm>
          <a:prstGeom prst="line">
            <a:avLst/>
          </a:prstGeom>
          <a:noFill/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931742" y="4400329"/>
            <a:ext cx="17922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- title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- class_name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- content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822014" y="4921537"/>
            <a:ext cx="201168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931742" y="4994689"/>
            <a:ext cx="17922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+ is_valid()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+ save(): Note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9588172" y="2576779"/>
            <a:ext cx="233172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9588172" y="2576779"/>
            <a:ext cx="2331720" cy="347472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9624748" y="2649931"/>
            <a:ext cx="2258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937"/>
                </a:solidFill>
              </a:rPr>
              <a:t>webapp.views</a:t>
            </a:r>
            <a:endParaRPr lang="en-US" sz="920" dirty="0"/>
          </a:p>
        </p:txBody>
      </p:sp>
      <p:sp>
        <p:nvSpPr>
          <p:cNvPr id="60" name="Shape 58"/>
          <p:cNvSpPr/>
          <p:nvPr/>
        </p:nvSpPr>
        <p:spPr>
          <a:xfrm>
            <a:off x="9588172" y="2924251"/>
            <a:ext cx="2331720" cy="0"/>
          </a:xfrm>
          <a:prstGeom prst="line">
            <a:avLst/>
          </a:prstGeom>
          <a:noFill/>
          <a:ln w="1016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697900" y="3006547"/>
            <a:ext cx="211226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1F2937"/>
                </a:solidFill>
              </a:rPr>
              <a:t>register</a:t>
            </a:r>
            <a:endParaRPr lang="en-US" sz="660" dirty="0"/>
          </a:p>
          <a:p>
            <a:pPr marL="0" indent="0">
              <a:buNone/>
            </a:pPr>
            <a:r>
              <a:rPr lang="en-US" sz="660" dirty="0">
                <a:solidFill>
                  <a:srgbClr val="1F2937"/>
                </a:solidFill>
              </a:rPr>
              <a:t>home</a:t>
            </a:r>
            <a:endParaRPr lang="en-US" sz="660" dirty="0"/>
          </a:p>
          <a:p>
            <a:pPr marL="0" indent="0">
              <a:buNone/>
            </a:pPr>
            <a:r>
              <a:rPr lang="en-US" sz="660" dirty="0">
                <a:solidFill>
                  <a:srgbClr val="1F2937"/>
                </a:solidFill>
              </a:rPr>
              <a:t>countdown_widget</a:t>
            </a:r>
            <a:endParaRPr lang="en-US" sz="660" dirty="0"/>
          </a:p>
          <a:p>
            <a:pPr marL="0" indent="0">
              <a:buNone/>
            </a:pPr>
            <a:r>
              <a:rPr lang="en-US" sz="660" dirty="0">
                <a:solidFill>
                  <a:srgbClr val="1F2937"/>
                </a:solidFill>
              </a:rPr>
              <a:t>create_assignment</a:t>
            </a:r>
            <a:endParaRPr lang="en-US" sz="660" dirty="0"/>
          </a:p>
          <a:p>
            <a:pPr marL="0" indent="0">
              <a:buNone/>
            </a:pPr>
            <a:r>
              <a:rPr lang="en-US" sz="660" dirty="0">
                <a:solidFill>
                  <a:srgbClr val="1F2937"/>
                </a:solidFill>
              </a:rPr>
              <a:t>edit/complete/delete</a:t>
            </a:r>
            <a:endParaRPr lang="en-US" sz="660" dirty="0"/>
          </a:p>
        </p:txBody>
      </p:sp>
      <p:sp>
        <p:nvSpPr>
          <p:cNvPr id="62" name="Shape 60"/>
          <p:cNvSpPr/>
          <p:nvPr/>
        </p:nvSpPr>
        <p:spPr>
          <a:xfrm>
            <a:off x="9588172" y="3856939"/>
            <a:ext cx="233172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697900" y="3930091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1F2937"/>
                </a:solidFill>
              </a:rPr>
              <a:t>+ render templates</a:t>
            </a:r>
            <a:endParaRPr lang="en-US" sz="670" dirty="0"/>
          </a:p>
          <a:p>
            <a:pPr marL="0" indent="0">
              <a:buNone/>
            </a:pPr>
            <a:r>
              <a:rPr lang="en-US" sz="670" dirty="0">
                <a:solidFill>
                  <a:srgbClr val="1F2937"/>
                </a:solidFill>
              </a:rPr>
              <a:t>+ validate forms</a:t>
            </a:r>
            <a:endParaRPr lang="en-US" sz="670" dirty="0"/>
          </a:p>
          <a:p>
            <a:pPr marL="0" indent="0">
              <a:buNone/>
            </a:pPr>
            <a:r>
              <a:rPr lang="en-US" sz="670" dirty="0">
                <a:solidFill>
                  <a:srgbClr val="1F2937"/>
                </a:solidFill>
              </a:rPr>
              <a:t>+ query models</a:t>
            </a:r>
            <a:endParaRPr lang="en-US" sz="670" dirty="0"/>
          </a:p>
        </p:txBody>
      </p:sp>
      <p:sp>
        <p:nvSpPr>
          <p:cNvPr id="66" name="Shape 8">
            <a:extLst>
              <a:ext uri="{FF2B5EF4-FFF2-40B4-BE49-F238E27FC236}">
                <a16:creationId xmlns:a16="http://schemas.microsoft.com/office/drawing/2014/main" id="{F61024AB-B8E2-E774-4BF4-1C434305199C}"/>
              </a:ext>
            </a:extLst>
          </p:cNvPr>
          <p:cNvSpPr/>
          <p:nvPr/>
        </p:nvSpPr>
        <p:spPr>
          <a:xfrm flipV="1">
            <a:off x="4756358" y="3290010"/>
            <a:ext cx="0" cy="646039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8">
            <a:extLst>
              <a:ext uri="{FF2B5EF4-FFF2-40B4-BE49-F238E27FC236}">
                <a16:creationId xmlns:a16="http://schemas.microsoft.com/office/drawing/2014/main" id="{123D2B1D-9816-89D6-4762-5A1CF7FA1C89}"/>
              </a:ext>
            </a:extLst>
          </p:cNvPr>
          <p:cNvSpPr/>
          <p:nvPr/>
        </p:nvSpPr>
        <p:spPr>
          <a:xfrm flipV="1">
            <a:off x="7880558" y="3347883"/>
            <a:ext cx="0" cy="622677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64592"/>
            <a:ext cx="7772400" cy="4114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2800" b="1">
                <a:solidFill>
                  <a:srgbClr val="1F2A37"/>
                </a:solidFill>
                <a:latin typeface="Aptos"/>
              </a:defRPr>
            </a:pPr>
            <a:r>
              <a:t>UML Use Case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868680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00" b="0">
                <a:solidFill>
                  <a:srgbClr val="5B6F8C"/>
                </a:solidFill>
                <a:latin typeface="Aptos"/>
              </a:defRPr>
            </a:pPr>
            <a:r>
              <a:t>What a student can do in the Assignment Manager website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65960" y="868680"/>
            <a:ext cx="9921240" cy="5257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86141" y="1066898"/>
            <a:ext cx="2286000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1000" b="1">
                <a:solidFill>
                  <a:srgbClr val="5B6F8C"/>
                </a:solidFill>
                <a:latin typeface="Aptos"/>
              </a:defRPr>
            </a:pPr>
            <a:r>
              <a:rPr dirty="0"/>
              <a:t>Assignment Manager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326" y="2948940"/>
            <a:ext cx="77724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1F2A37"/>
                </a:solidFill>
                <a:latin typeface="Aptos"/>
              </a:defRPr>
            </a:pPr>
            <a:r>
              <a:rPr dirty="0"/>
              <a:t>Student</a:t>
            </a:r>
          </a:p>
        </p:txBody>
      </p:sp>
      <p:sp>
        <p:nvSpPr>
          <p:cNvPr id="12" name="Oval 11"/>
          <p:cNvSpPr/>
          <p:nvPr/>
        </p:nvSpPr>
        <p:spPr>
          <a:xfrm>
            <a:off x="2331720" y="1371600"/>
            <a:ext cx="1691640" cy="502920"/>
          </a:xfrm>
          <a:prstGeom prst="ellipse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2A37"/>
                </a:solidFill>
                <a:latin typeface="Aptos"/>
              </a:defRPr>
            </a:pPr>
            <a:r>
              <a:t>Create</a:t>
            </a:r>
            <a:br/>
            <a:r>
              <a:t>Account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371600"/>
            <a:ext cx="1325880" cy="502920"/>
          </a:xfrm>
          <a:prstGeom prst="ellipse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2A37"/>
                </a:solidFill>
                <a:latin typeface="Aptos"/>
              </a:defRPr>
            </a:pPr>
            <a:r>
              <a:t>Log In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0" y="1371600"/>
            <a:ext cx="1325880" cy="502920"/>
          </a:xfrm>
          <a:prstGeom prst="ellipse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2A37"/>
                </a:solidFill>
                <a:latin typeface="Aptos"/>
              </a:defRPr>
            </a:pPr>
            <a:r>
              <a:t>Log Out</a:t>
            </a:r>
          </a:p>
        </p:txBody>
      </p:sp>
      <p:sp>
        <p:nvSpPr>
          <p:cNvPr id="16" name="Oval 15"/>
          <p:cNvSpPr/>
          <p:nvPr/>
        </p:nvSpPr>
        <p:spPr>
          <a:xfrm>
            <a:off x="4617720" y="4498848"/>
            <a:ext cx="1828800" cy="566928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2A37"/>
                </a:solidFill>
                <a:latin typeface="Aptos"/>
              </a:defRPr>
            </a:pPr>
            <a:r>
              <a:rPr dirty="0"/>
              <a:t>Manage</a:t>
            </a:r>
            <a:br>
              <a:rPr dirty="0"/>
            </a:br>
            <a:r>
              <a:rPr dirty="0"/>
              <a:t>Assignments</a:t>
            </a:r>
          </a:p>
        </p:txBody>
      </p:sp>
      <p:sp>
        <p:nvSpPr>
          <p:cNvPr id="17" name="Oval 16"/>
          <p:cNvSpPr/>
          <p:nvPr/>
        </p:nvSpPr>
        <p:spPr>
          <a:xfrm>
            <a:off x="9464040" y="1627632"/>
            <a:ext cx="1783080" cy="566928"/>
          </a:xfrm>
          <a:prstGeom prst="ellipse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2A37"/>
                </a:solidFill>
                <a:latin typeface="Aptos"/>
              </a:defRPr>
            </a:pPr>
            <a:r>
              <a:rPr dirty="0"/>
              <a:t>Manage</a:t>
            </a:r>
            <a:br>
              <a:rPr dirty="0"/>
            </a:br>
            <a:r>
              <a:rPr dirty="0"/>
              <a:t>Notes</a:t>
            </a:r>
          </a:p>
        </p:txBody>
      </p:sp>
      <p:cxnSp>
        <p:nvCxnSpPr>
          <p:cNvPr id="18" name="Connector 17"/>
          <p:cNvCxnSpPr>
            <a:cxnSpLocks/>
            <a:endCxn id="12" idx="3"/>
          </p:cNvCxnSpPr>
          <p:nvPr/>
        </p:nvCxnSpPr>
        <p:spPr>
          <a:xfrm flipV="1">
            <a:off x="1207008" y="1800869"/>
            <a:ext cx="1372447" cy="1262371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cxnSpLocks/>
            <a:endCxn id="13" idx="2"/>
          </p:cNvCxnSpPr>
          <p:nvPr/>
        </p:nvCxnSpPr>
        <p:spPr>
          <a:xfrm flipV="1">
            <a:off x="1207008" y="1623060"/>
            <a:ext cx="2953512" cy="144018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cxnSpLocks/>
            <a:endCxn id="14" idx="3"/>
          </p:cNvCxnSpPr>
          <p:nvPr/>
        </p:nvCxnSpPr>
        <p:spPr>
          <a:xfrm flipV="1">
            <a:off x="1207008" y="1800869"/>
            <a:ext cx="4656443" cy="1262371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cxnSpLocks/>
          </p:cNvCxnSpPr>
          <p:nvPr/>
        </p:nvCxnSpPr>
        <p:spPr>
          <a:xfrm flipV="1">
            <a:off x="1207008" y="1800869"/>
            <a:ext cx="6310207" cy="1262371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cxnSpLocks/>
            <a:endCxn id="16" idx="2"/>
          </p:cNvCxnSpPr>
          <p:nvPr/>
        </p:nvCxnSpPr>
        <p:spPr>
          <a:xfrm>
            <a:off x="1207008" y="3063240"/>
            <a:ext cx="3410712" cy="1719072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207008" y="1901952"/>
            <a:ext cx="8257032" cy="1161288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023713" y="4969764"/>
            <a:ext cx="1417320" cy="475488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F2A37"/>
                </a:solidFill>
                <a:latin typeface="Aptos"/>
              </a:defRPr>
            </a:pPr>
            <a:r>
              <a:t>Add</a:t>
            </a:r>
            <a:br/>
            <a:r>
              <a:t>Assignment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3383280"/>
            <a:ext cx="1417320" cy="475488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F2A37"/>
                </a:solidFill>
                <a:latin typeface="Aptos"/>
              </a:defRPr>
            </a:pPr>
            <a:r>
              <a:t>Edit</a:t>
            </a:r>
            <a:br/>
            <a:r>
              <a:t>Assignment</a:t>
            </a:r>
          </a:p>
        </p:txBody>
      </p:sp>
      <p:sp>
        <p:nvSpPr>
          <p:cNvPr id="26" name="Oval 25"/>
          <p:cNvSpPr/>
          <p:nvPr/>
        </p:nvSpPr>
        <p:spPr>
          <a:xfrm>
            <a:off x="5715000" y="3383280"/>
            <a:ext cx="1600200" cy="475488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F2A37"/>
                </a:solidFill>
                <a:latin typeface="Aptos"/>
              </a:defRPr>
            </a:pPr>
            <a:r>
              <a:t>Complete</a:t>
            </a:r>
            <a:br/>
            <a:r>
              <a:t>Assignment</a:t>
            </a:r>
          </a:p>
        </p:txBody>
      </p:sp>
      <p:sp>
        <p:nvSpPr>
          <p:cNvPr id="27" name="Oval 26"/>
          <p:cNvSpPr/>
          <p:nvPr/>
        </p:nvSpPr>
        <p:spPr>
          <a:xfrm>
            <a:off x="7406640" y="3749039"/>
            <a:ext cx="1508760" cy="475488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F2A37"/>
                </a:solidFill>
                <a:latin typeface="Aptos"/>
              </a:defRPr>
            </a:pPr>
            <a:r>
              <a:t>Delete</a:t>
            </a:r>
            <a:br/>
            <a:r>
              <a:t>Assignment</a:t>
            </a:r>
          </a:p>
        </p:txBody>
      </p:sp>
      <p:cxnSp>
        <p:nvCxnSpPr>
          <p:cNvPr id="29" name="Connector 28"/>
          <p:cNvCxnSpPr>
            <a:cxnSpLocks/>
            <a:stCxn id="16" idx="5"/>
          </p:cNvCxnSpPr>
          <p:nvPr/>
        </p:nvCxnSpPr>
        <p:spPr>
          <a:xfrm>
            <a:off x="6178698" y="4982751"/>
            <a:ext cx="1822302" cy="192753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cxnSpLocks/>
            <a:stCxn id="16" idx="1"/>
          </p:cNvCxnSpPr>
          <p:nvPr/>
        </p:nvCxnSpPr>
        <p:spPr>
          <a:xfrm flipH="1" flipV="1">
            <a:off x="4873752" y="3858768"/>
            <a:ext cx="11790" cy="723105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cxnSpLocks/>
            <a:stCxn id="16" idx="0"/>
          </p:cNvCxnSpPr>
          <p:nvPr/>
        </p:nvCxnSpPr>
        <p:spPr>
          <a:xfrm flipV="1">
            <a:off x="5532120" y="3858768"/>
            <a:ext cx="978408" cy="6400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cxnSpLocks/>
            <a:stCxn id="16" idx="7"/>
          </p:cNvCxnSpPr>
          <p:nvPr/>
        </p:nvCxnSpPr>
        <p:spPr>
          <a:xfrm flipV="1">
            <a:off x="6178698" y="4233672"/>
            <a:ext cx="1982322" cy="348201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cxnSpLocks/>
            <a:stCxn id="16" idx="6"/>
          </p:cNvCxnSpPr>
          <p:nvPr/>
        </p:nvCxnSpPr>
        <p:spPr>
          <a:xfrm flipV="1">
            <a:off x="6446520" y="4535424"/>
            <a:ext cx="1737359" cy="246888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452360" y="2651760"/>
            <a:ext cx="1325880" cy="475488"/>
          </a:xfrm>
          <a:prstGeom prst="ellipse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F2A37"/>
                </a:solidFill>
                <a:latin typeface="Aptos"/>
              </a:defRPr>
            </a:pPr>
            <a:r>
              <a:t>Create</a:t>
            </a:r>
            <a:br/>
            <a:r>
              <a:t>Note</a:t>
            </a:r>
          </a:p>
        </p:txBody>
      </p:sp>
      <p:sp>
        <p:nvSpPr>
          <p:cNvPr id="35" name="Oval 34"/>
          <p:cNvSpPr/>
          <p:nvPr/>
        </p:nvSpPr>
        <p:spPr>
          <a:xfrm>
            <a:off x="10149840" y="2651760"/>
            <a:ext cx="1325880" cy="475488"/>
          </a:xfrm>
          <a:prstGeom prst="ellipse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F2A37"/>
                </a:solidFill>
                <a:latin typeface="Aptos"/>
              </a:defRPr>
            </a:pPr>
            <a:r>
              <a:t>Edit</a:t>
            </a:r>
            <a:br/>
            <a:r>
              <a:t>Note</a:t>
            </a:r>
          </a:p>
        </p:txBody>
      </p:sp>
      <p:sp>
        <p:nvSpPr>
          <p:cNvPr id="36" name="Oval 35"/>
          <p:cNvSpPr/>
          <p:nvPr/>
        </p:nvSpPr>
        <p:spPr>
          <a:xfrm>
            <a:off x="8641080" y="3246120"/>
            <a:ext cx="1325880" cy="475488"/>
          </a:xfrm>
          <a:prstGeom prst="ellipse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F2A37"/>
                </a:solidFill>
                <a:latin typeface="Aptos"/>
              </a:defRPr>
            </a:pPr>
            <a:r>
              <a:t>Delete</a:t>
            </a:r>
            <a:br/>
            <a:r>
              <a:t>Note</a:t>
            </a:r>
          </a:p>
        </p:txBody>
      </p:sp>
      <p:sp>
        <p:nvSpPr>
          <p:cNvPr id="37" name="Oval 36"/>
          <p:cNvSpPr/>
          <p:nvPr/>
        </p:nvSpPr>
        <p:spPr>
          <a:xfrm>
            <a:off x="9829800" y="3520440"/>
            <a:ext cx="1325880" cy="475488"/>
          </a:xfrm>
          <a:prstGeom prst="ellipse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F2A37"/>
                </a:solidFill>
                <a:latin typeface="Aptos"/>
              </a:defRPr>
            </a:pPr>
            <a:r>
              <a:t>View</a:t>
            </a:r>
            <a:br/>
            <a:r>
              <a:t>Notes</a:t>
            </a:r>
          </a:p>
        </p:txBody>
      </p:sp>
      <p:cxnSp>
        <p:nvCxnSpPr>
          <p:cNvPr id="38" name="Connector 37"/>
          <p:cNvCxnSpPr>
            <a:cxnSpLocks/>
            <a:stCxn id="17" idx="4"/>
            <a:endCxn id="34" idx="7"/>
          </p:cNvCxnSpPr>
          <p:nvPr/>
        </p:nvCxnSpPr>
        <p:spPr>
          <a:xfrm flipH="1">
            <a:off x="8584069" y="2194560"/>
            <a:ext cx="1771511" cy="526834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cxnSpLocks/>
            <a:stCxn id="17" idx="4"/>
            <a:endCxn id="35" idx="0"/>
          </p:cNvCxnSpPr>
          <p:nvPr/>
        </p:nvCxnSpPr>
        <p:spPr>
          <a:xfrm>
            <a:off x="10355580" y="2194560"/>
            <a:ext cx="457200" cy="4572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cxnSpLocks/>
            <a:stCxn id="17" idx="4"/>
            <a:endCxn id="36" idx="0"/>
          </p:cNvCxnSpPr>
          <p:nvPr/>
        </p:nvCxnSpPr>
        <p:spPr>
          <a:xfrm flipH="1">
            <a:off x="9304020" y="2194560"/>
            <a:ext cx="1051560" cy="10515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>
            <a:cxnSpLocks/>
            <a:stCxn id="17" idx="4"/>
            <a:endCxn id="37" idx="0"/>
          </p:cNvCxnSpPr>
          <p:nvPr/>
        </p:nvCxnSpPr>
        <p:spPr>
          <a:xfrm>
            <a:off x="10355580" y="2194560"/>
            <a:ext cx="137160" cy="13258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E2ADAA37-D7DB-84C0-2094-D3697A8BA672}"/>
              </a:ext>
            </a:extLst>
          </p:cNvPr>
          <p:cNvSpPr/>
          <p:nvPr/>
        </p:nvSpPr>
        <p:spPr>
          <a:xfrm>
            <a:off x="7383780" y="1408175"/>
            <a:ext cx="1325880" cy="502920"/>
          </a:xfrm>
          <a:prstGeom prst="ellipse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2A37"/>
                </a:solidFill>
                <a:latin typeface="Aptos"/>
              </a:defRPr>
            </a:pPr>
            <a:r>
              <a:rPr lang="en-US" dirty="0"/>
              <a:t>View Dashboard</a:t>
            </a:r>
            <a:endParaRPr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07239E20-2533-302C-8211-9155FCBAD719}"/>
              </a:ext>
            </a:extLst>
          </p:cNvPr>
          <p:cNvSpPr/>
          <p:nvPr/>
        </p:nvSpPr>
        <p:spPr>
          <a:xfrm>
            <a:off x="8155858" y="4252844"/>
            <a:ext cx="1417320" cy="475488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F2A37"/>
                </a:solidFill>
                <a:latin typeface="Aptos"/>
              </a:defRPr>
            </a:pPr>
            <a:r>
              <a:rPr lang="en-US" dirty="0"/>
              <a:t>View Countdown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64592"/>
            <a:ext cx="7772400" cy="4114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2800" b="1">
                <a:solidFill>
                  <a:srgbClr val="1F2A37"/>
                </a:solidFill>
                <a:latin typeface="Aptos"/>
              </a:defRPr>
            </a:pPr>
            <a:r>
              <a:t>UML Sequence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868680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00" b="0">
                <a:solidFill>
                  <a:srgbClr val="5B6F8C"/>
                </a:solidFill>
                <a:latin typeface="Aptos"/>
              </a:defRPr>
            </a:pPr>
            <a:r>
              <a:t>Add assignment flow from the student to the database and back to the dashboard/countdown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" y="1115568"/>
            <a:ext cx="1325880" cy="475488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F2A37"/>
                </a:solidFill>
                <a:latin typeface="Aptos"/>
              </a:defRPr>
            </a:pPr>
            <a:r>
              <a:t>Student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0120" y="1664208"/>
            <a:ext cx="0" cy="4416552"/>
          </a:xfrm>
          <a:prstGeom prst="line">
            <a:avLst/>
          </a:prstGeom>
          <a:ln w="1143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54580" y="1115568"/>
            <a:ext cx="1600200" cy="475488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F2A37"/>
                </a:solidFill>
                <a:latin typeface="Aptos"/>
              </a:defRPr>
            </a:pPr>
            <a:r>
              <a:t>AssignmentForm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54680" y="1664208"/>
            <a:ext cx="0" cy="4416552"/>
          </a:xfrm>
          <a:prstGeom prst="line">
            <a:avLst/>
          </a:prstGeom>
          <a:ln w="1143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84548" y="1115568"/>
            <a:ext cx="1691640" cy="475488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F2A37"/>
                </a:solidFill>
                <a:latin typeface="Aptos"/>
              </a:defRPr>
            </a:pPr>
            <a:r>
              <a:t>add_assignment()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30368" y="1664208"/>
            <a:ext cx="0" cy="4416552"/>
          </a:xfrm>
          <a:prstGeom prst="line">
            <a:avLst/>
          </a:prstGeom>
          <a:ln w="1143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88252" y="1115568"/>
            <a:ext cx="1417320" cy="475488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F2A37"/>
                </a:solidFill>
                <a:latin typeface="Aptos"/>
              </a:defRPr>
            </a:pPr>
            <a:r>
              <a:t>Assignment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96912" y="1664208"/>
            <a:ext cx="0" cy="4416552"/>
          </a:xfrm>
          <a:prstGeom prst="line">
            <a:avLst/>
          </a:prstGeom>
          <a:ln w="1143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22792" y="1115568"/>
            <a:ext cx="1371600" cy="475488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F2A37"/>
                </a:solidFill>
                <a:latin typeface="Aptos"/>
              </a:defRPr>
            </a:pPr>
            <a:r>
              <a:t>Database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08592" y="1664208"/>
            <a:ext cx="0" cy="4416552"/>
          </a:xfrm>
          <a:prstGeom prst="line">
            <a:avLst/>
          </a:prstGeom>
          <a:ln w="1143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332720" y="1115568"/>
            <a:ext cx="1280160" cy="475488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F2A37"/>
                </a:solidFill>
                <a:latin typeface="Aptos"/>
              </a:defRPr>
            </a:pPr>
            <a:r>
              <a:t>Dashboard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72800" y="1664208"/>
            <a:ext cx="0" cy="4416552"/>
          </a:xfrm>
          <a:prstGeom prst="line">
            <a:avLst/>
          </a:prstGeom>
          <a:ln w="1143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0120" y="2121408"/>
            <a:ext cx="2194560" cy="0"/>
          </a:xfrm>
          <a:prstGeom prst="line">
            <a:avLst/>
          </a:prstGeom>
          <a:ln w="1397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89304" y="1975103"/>
            <a:ext cx="1645920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1F2A37"/>
                </a:solidFill>
                <a:latin typeface="Aptos"/>
              </a:defRPr>
            </a:pPr>
            <a:r>
              <a:t>submits title, class, due date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54680" y="2834640"/>
            <a:ext cx="2075688" cy="0"/>
          </a:xfrm>
          <a:prstGeom prst="line">
            <a:avLst/>
          </a:prstGeom>
          <a:ln w="1397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466033" y="2688336"/>
            <a:ext cx="1556765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1F2A37"/>
                </a:solidFill>
                <a:latin typeface="Aptos"/>
              </a:defRPr>
            </a:pPr>
            <a:r>
              <a:t>POST data to view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30368" y="3511296"/>
            <a:ext cx="2066544" cy="0"/>
          </a:xfrm>
          <a:prstGeom prst="line">
            <a:avLst/>
          </a:prstGeom>
          <a:ln w="1397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40349" y="3364991"/>
            <a:ext cx="1549908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1F2A37"/>
                </a:solidFill>
                <a:latin typeface="Aptos"/>
              </a:defRPr>
            </a:pPr>
            <a:r>
              <a:t>form.save(commit=False)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30368" y="3950208"/>
            <a:ext cx="2066544" cy="0"/>
          </a:xfrm>
          <a:prstGeom prst="line">
            <a:avLst/>
          </a:prstGeom>
          <a:ln w="1397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40349" y="3977640"/>
            <a:ext cx="1549908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1F2A37"/>
                </a:solidFill>
                <a:latin typeface="Aptos"/>
              </a:defRPr>
            </a:pPr>
            <a:r>
              <a:t>assignment.user = request.user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96912" y="4480560"/>
            <a:ext cx="2011680" cy="0"/>
          </a:xfrm>
          <a:prstGeom prst="line">
            <a:avLst/>
          </a:prstGeom>
          <a:ln w="1397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598664" y="4334256"/>
            <a:ext cx="1508759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1F2A37"/>
                </a:solidFill>
                <a:latin typeface="Aptos"/>
              </a:defRPr>
            </a:pPr>
            <a:r>
              <a:t>save assignment row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5230368" y="4864608"/>
            <a:ext cx="4078224" cy="0"/>
          </a:xfrm>
          <a:prstGeom prst="line">
            <a:avLst/>
          </a:prstGeom>
          <a:ln w="1397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842101" y="4892040"/>
            <a:ext cx="3058668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1F2A37"/>
                </a:solidFill>
                <a:latin typeface="Aptos"/>
              </a:defRPr>
            </a:pPr>
            <a:r>
              <a:t>assignment saved / OK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230368" y="5413248"/>
            <a:ext cx="5742432" cy="0"/>
          </a:xfrm>
          <a:prstGeom prst="line">
            <a:avLst/>
          </a:prstGeom>
          <a:ln w="1397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91732" y="5266944"/>
            <a:ext cx="4306824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1F2A37"/>
                </a:solidFill>
                <a:latin typeface="Aptos"/>
              </a:defRPr>
            </a:pPr>
            <a:r>
              <a:t>redirect('home') / refresh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5833872"/>
            <a:ext cx="40690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5B6F8C"/>
                </a:solidFill>
                <a:latin typeface="Aptos"/>
              </a:defRPr>
            </a:pPr>
            <a:r>
              <a:t>Database only saves/returns data; the add_assignment() view handles the redirect.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6309360"/>
            <a:ext cx="640080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5B6F8C"/>
                </a:solidFill>
                <a:latin typeface="Aptos"/>
              </a:defRPr>
            </a:pPr>
            <a:r>
              <a:rPr dirty="0"/>
              <a:t>Current implementation creates the assignment, attaches it to the logged-in user, saves it, then returns to the dashboard/countdown 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395</Words>
  <Application>Microsoft Office PowerPoint</Application>
  <PresentationFormat>Widescreen</PresentationFormat>
  <Paragraphs>102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Manager UML</dc:title>
  <dc:subject>Assignment Manager UML Diagram</dc:subject>
  <dc:creator>OpenAI</dc:creator>
  <cp:lastModifiedBy>Peter Moreno</cp:lastModifiedBy>
  <cp:revision>2</cp:revision>
  <dcterms:created xsi:type="dcterms:W3CDTF">2026-08-20T20:35:57Z</dcterms:created>
  <dcterms:modified xsi:type="dcterms:W3CDTF">2026-08-20T22:09:06Z</dcterms:modified>
</cp:coreProperties>
</file>