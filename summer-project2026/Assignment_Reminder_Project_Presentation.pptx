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06DC47-49C5-488E-87A3-904F1F1EA1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8F38371-E1DF-4054-BC56-CFDD05003C42}">
      <dgm:prSet/>
      <dgm:spPr/>
      <dgm:t>
        <a:bodyPr/>
        <a:lstStyle/>
        <a:p>
          <a:r>
            <a:rPr lang="en-US"/>
            <a:t>• Reads assignment due dates from a connected source.</a:t>
          </a:r>
        </a:p>
      </dgm:t>
    </dgm:pt>
    <dgm:pt modelId="{393002FE-B7A0-40CA-8E0E-1AE913DF18EC}" type="parTrans" cxnId="{42F77AA3-1741-4AAD-A181-7E001A9E34F3}">
      <dgm:prSet/>
      <dgm:spPr/>
      <dgm:t>
        <a:bodyPr/>
        <a:lstStyle/>
        <a:p>
          <a:endParaRPr lang="en-US"/>
        </a:p>
      </dgm:t>
    </dgm:pt>
    <dgm:pt modelId="{D23BC6A6-58D7-4337-978B-AF76383191D5}" type="sibTrans" cxnId="{42F77AA3-1741-4AAD-A181-7E001A9E34F3}">
      <dgm:prSet/>
      <dgm:spPr/>
      <dgm:t>
        <a:bodyPr/>
        <a:lstStyle/>
        <a:p>
          <a:endParaRPr lang="en-US"/>
        </a:p>
      </dgm:t>
    </dgm:pt>
    <dgm:pt modelId="{A6DD9D06-DA89-4603-B8F7-FBD644E58D2F}">
      <dgm:prSet/>
      <dgm:spPr/>
      <dgm:t>
        <a:bodyPr/>
        <a:lstStyle/>
        <a:p>
          <a:r>
            <a:rPr lang="en-US"/>
            <a:t>• Displays the next upcoming assignment.</a:t>
          </a:r>
        </a:p>
      </dgm:t>
    </dgm:pt>
    <dgm:pt modelId="{771B4AC5-0308-49E4-B099-A387891FD6EF}" type="parTrans" cxnId="{DC7489BC-7CE0-4B35-A5B7-2688D02250ED}">
      <dgm:prSet/>
      <dgm:spPr/>
      <dgm:t>
        <a:bodyPr/>
        <a:lstStyle/>
        <a:p>
          <a:endParaRPr lang="en-US"/>
        </a:p>
      </dgm:t>
    </dgm:pt>
    <dgm:pt modelId="{FCD3F02A-B9B0-4781-A980-FEDEF339878B}" type="sibTrans" cxnId="{DC7489BC-7CE0-4B35-A5B7-2688D02250ED}">
      <dgm:prSet/>
      <dgm:spPr/>
      <dgm:t>
        <a:bodyPr/>
        <a:lstStyle/>
        <a:p>
          <a:endParaRPr lang="en-US"/>
        </a:p>
      </dgm:t>
    </dgm:pt>
    <dgm:pt modelId="{9B14743B-40BA-4BAC-A817-98C5DB910AAE}">
      <dgm:prSet/>
      <dgm:spPr/>
      <dgm:t>
        <a:bodyPr/>
        <a:lstStyle/>
        <a:p>
          <a:r>
            <a:rPr lang="en-US"/>
            <a:t>• Shows a live countdown timer in a small desktop widget.</a:t>
          </a:r>
        </a:p>
      </dgm:t>
    </dgm:pt>
    <dgm:pt modelId="{501600B5-9A4E-481F-9FAA-17E773255D4D}" type="parTrans" cxnId="{A91F60F8-61D7-4CD1-85AD-AE0E55EE6639}">
      <dgm:prSet/>
      <dgm:spPr/>
      <dgm:t>
        <a:bodyPr/>
        <a:lstStyle/>
        <a:p>
          <a:endParaRPr lang="en-US"/>
        </a:p>
      </dgm:t>
    </dgm:pt>
    <dgm:pt modelId="{89C3A758-DD31-4766-A852-47BEC6440255}" type="sibTrans" cxnId="{A91F60F8-61D7-4CD1-85AD-AE0E55EE6639}">
      <dgm:prSet/>
      <dgm:spPr/>
      <dgm:t>
        <a:bodyPr/>
        <a:lstStyle/>
        <a:p>
          <a:endParaRPr lang="en-US"/>
        </a:p>
      </dgm:t>
    </dgm:pt>
    <dgm:pt modelId="{71401B0A-F8CF-4CC5-BFAC-FC867EFC6194}">
      <dgm:prSet/>
      <dgm:spPr/>
      <dgm:t>
        <a:bodyPr/>
        <a:lstStyle/>
        <a:p>
          <a:r>
            <a:rPr lang="en-US"/>
            <a:t>• Helps students stay organized and avoid missed deadlines.</a:t>
          </a:r>
        </a:p>
      </dgm:t>
    </dgm:pt>
    <dgm:pt modelId="{9B8CAB6F-8468-48A8-B809-F93326C54D81}" type="parTrans" cxnId="{C6E15D64-B051-46E8-B871-BFAC2B48FBB7}">
      <dgm:prSet/>
      <dgm:spPr/>
      <dgm:t>
        <a:bodyPr/>
        <a:lstStyle/>
        <a:p>
          <a:endParaRPr lang="en-US"/>
        </a:p>
      </dgm:t>
    </dgm:pt>
    <dgm:pt modelId="{DFDED651-399F-471B-A5F7-C9325FBBE79E}" type="sibTrans" cxnId="{C6E15D64-B051-46E8-B871-BFAC2B48FBB7}">
      <dgm:prSet/>
      <dgm:spPr/>
      <dgm:t>
        <a:bodyPr/>
        <a:lstStyle/>
        <a:p>
          <a:endParaRPr lang="en-US"/>
        </a:p>
      </dgm:t>
    </dgm:pt>
    <dgm:pt modelId="{841609D9-B6C6-4296-9942-79730764CCD0}" type="pres">
      <dgm:prSet presAssocID="{3F06DC47-49C5-488E-87A3-904F1F1EA15B}" presName="root" presStyleCnt="0">
        <dgm:presLayoutVars>
          <dgm:dir/>
          <dgm:resizeHandles val="exact"/>
        </dgm:presLayoutVars>
      </dgm:prSet>
      <dgm:spPr/>
    </dgm:pt>
    <dgm:pt modelId="{D85C5638-6A5E-406B-847B-046D13DD7CD6}" type="pres">
      <dgm:prSet presAssocID="{C8F38371-E1DF-4054-BC56-CFDD05003C42}" presName="compNode" presStyleCnt="0"/>
      <dgm:spPr/>
    </dgm:pt>
    <dgm:pt modelId="{F56CFFBD-F26F-44DE-B558-3C21F80B5439}" type="pres">
      <dgm:prSet presAssocID="{C8F38371-E1DF-4054-BC56-CFDD05003C4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0A9AC2C-C0B1-4EA6-859F-1C70DADAC3F4}" type="pres">
      <dgm:prSet presAssocID="{C8F38371-E1DF-4054-BC56-CFDD05003C42}" presName="spaceRect" presStyleCnt="0"/>
      <dgm:spPr/>
    </dgm:pt>
    <dgm:pt modelId="{87A06AED-45AD-4461-BF3A-BD41FCE964B4}" type="pres">
      <dgm:prSet presAssocID="{C8F38371-E1DF-4054-BC56-CFDD05003C42}" presName="textRect" presStyleLbl="revTx" presStyleIdx="0" presStyleCnt="4">
        <dgm:presLayoutVars>
          <dgm:chMax val="1"/>
          <dgm:chPref val="1"/>
        </dgm:presLayoutVars>
      </dgm:prSet>
      <dgm:spPr/>
    </dgm:pt>
    <dgm:pt modelId="{443E61D2-FE1C-4710-AED7-A35BDD8FAEB2}" type="pres">
      <dgm:prSet presAssocID="{D23BC6A6-58D7-4337-978B-AF76383191D5}" presName="sibTrans" presStyleCnt="0"/>
      <dgm:spPr/>
    </dgm:pt>
    <dgm:pt modelId="{E8539E7F-7C3B-4B79-8790-7A0851A56050}" type="pres">
      <dgm:prSet presAssocID="{A6DD9D06-DA89-4603-B8F7-FBD644E58D2F}" presName="compNode" presStyleCnt="0"/>
      <dgm:spPr/>
    </dgm:pt>
    <dgm:pt modelId="{3E54F69E-7EA5-47A8-9D53-9B23AF7DA52D}" type="pres">
      <dgm:prSet presAssocID="{A6DD9D06-DA89-4603-B8F7-FBD644E58D2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43BDB5F6-9077-4C4C-A29D-9E7EBCC002C3}" type="pres">
      <dgm:prSet presAssocID="{A6DD9D06-DA89-4603-B8F7-FBD644E58D2F}" presName="spaceRect" presStyleCnt="0"/>
      <dgm:spPr/>
    </dgm:pt>
    <dgm:pt modelId="{FA15E32C-6DE9-4995-A8E3-53C378F66E8F}" type="pres">
      <dgm:prSet presAssocID="{A6DD9D06-DA89-4603-B8F7-FBD644E58D2F}" presName="textRect" presStyleLbl="revTx" presStyleIdx="1" presStyleCnt="4">
        <dgm:presLayoutVars>
          <dgm:chMax val="1"/>
          <dgm:chPref val="1"/>
        </dgm:presLayoutVars>
      </dgm:prSet>
      <dgm:spPr/>
    </dgm:pt>
    <dgm:pt modelId="{1DB6723B-C52A-4C37-BECE-10E812DE1A49}" type="pres">
      <dgm:prSet presAssocID="{FCD3F02A-B9B0-4781-A980-FEDEF339878B}" presName="sibTrans" presStyleCnt="0"/>
      <dgm:spPr/>
    </dgm:pt>
    <dgm:pt modelId="{28A6F2F4-465E-4E3A-8995-A909522CCE18}" type="pres">
      <dgm:prSet presAssocID="{9B14743B-40BA-4BAC-A817-98C5DB910AAE}" presName="compNode" presStyleCnt="0"/>
      <dgm:spPr/>
    </dgm:pt>
    <dgm:pt modelId="{76D33054-F58D-44D5-9FB2-E29E9FA05D0B}" type="pres">
      <dgm:prSet presAssocID="{9B14743B-40BA-4BAC-A817-98C5DB910AA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41C12FD-B0F0-4510-A500-2E392CD50280}" type="pres">
      <dgm:prSet presAssocID="{9B14743B-40BA-4BAC-A817-98C5DB910AAE}" presName="spaceRect" presStyleCnt="0"/>
      <dgm:spPr/>
    </dgm:pt>
    <dgm:pt modelId="{2FA32170-38CA-4BE5-99EB-BCBC48CD1A81}" type="pres">
      <dgm:prSet presAssocID="{9B14743B-40BA-4BAC-A817-98C5DB910AAE}" presName="textRect" presStyleLbl="revTx" presStyleIdx="2" presStyleCnt="4">
        <dgm:presLayoutVars>
          <dgm:chMax val="1"/>
          <dgm:chPref val="1"/>
        </dgm:presLayoutVars>
      </dgm:prSet>
      <dgm:spPr/>
    </dgm:pt>
    <dgm:pt modelId="{F41801C3-C622-4A5A-B36C-3489ECAE8269}" type="pres">
      <dgm:prSet presAssocID="{89C3A758-DD31-4766-A852-47BEC6440255}" presName="sibTrans" presStyleCnt="0"/>
      <dgm:spPr/>
    </dgm:pt>
    <dgm:pt modelId="{FD655C4F-5EBF-4918-8CFE-34A52746E8DD}" type="pres">
      <dgm:prSet presAssocID="{71401B0A-F8CF-4CC5-BFAC-FC867EFC6194}" presName="compNode" presStyleCnt="0"/>
      <dgm:spPr/>
    </dgm:pt>
    <dgm:pt modelId="{DEF34AFE-738C-4B95-83F2-0102C60D6305}" type="pres">
      <dgm:prSet presAssocID="{71401B0A-F8CF-4CC5-BFAC-FC867EFC619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60D79E8-D71A-4FA9-B0D6-4FD946942F4E}" type="pres">
      <dgm:prSet presAssocID="{71401B0A-F8CF-4CC5-BFAC-FC867EFC6194}" presName="spaceRect" presStyleCnt="0"/>
      <dgm:spPr/>
    </dgm:pt>
    <dgm:pt modelId="{4F6376C4-A7C1-4598-BD32-06FDB3373B21}" type="pres">
      <dgm:prSet presAssocID="{71401B0A-F8CF-4CC5-BFAC-FC867EFC61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E15D64-B051-46E8-B871-BFAC2B48FBB7}" srcId="{3F06DC47-49C5-488E-87A3-904F1F1EA15B}" destId="{71401B0A-F8CF-4CC5-BFAC-FC867EFC6194}" srcOrd="3" destOrd="0" parTransId="{9B8CAB6F-8468-48A8-B809-F93326C54D81}" sibTransId="{DFDED651-399F-471B-A5F7-C9325FBBE79E}"/>
    <dgm:cxn modelId="{6785584F-2F70-43E2-83C2-EED60E71182B}" type="presOf" srcId="{C8F38371-E1DF-4054-BC56-CFDD05003C42}" destId="{87A06AED-45AD-4461-BF3A-BD41FCE964B4}" srcOrd="0" destOrd="0" presId="urn:microsoft.com/office/officeart/2018/2/layout/IconLabelList"/>
    <dgm:cxn modelId="{50917C78-36C5-4FDF-8C2D-83F616FA4814}" type="presOf" srcId="{3F06DC47-49C5-488E-87A3-904F1F1EA15B}" destId="{841609D9-B6C6-4296-9942-79730764CCD0}" srcOrd="0" destOrd="0" presId="urn:microsoft.com/office/officeart/2018/2/layout/IconLabelList"/>
    <dgm:cxn modelId="{0CCDAB96-90AD-4B2B-8850-2022F20E0264}" type="presOf" srcId="{A6DD9D06-DA89-4603-B8F7-FBD644E58D2F}" destId="{FA15E32C-6DE9-4995-A8E3-53C378F66E8F}" srcOrd="0" destOrd="0" presId="urn:microsoft.com/office/officeart/2018/2/layout/IconLabelList"/>
    <dgm:cxn modelId="{42F77AA3-1741-4AAD-A181-7E001A9E34F3}" srcId="{3F06DC47-49C5-488E-87A3-904F1F1EA15B}" destId="{C8F38371-E1DF-4054-BC56-CFDD05003C42}" srcOrd="0" destOrd="0" parTransId="{393002FE-B7A0-40CA-8E0E-1AE913DF18EC}" sibTransId="{D23BC6A6-58D7-4337-978B-AF76383191D5}"/>
    <dgm:cxn modelId="{DC7489BC-7CE0-4B35-A5B7-2688D02250ED}" srcId="{3F06DC47-49C5-488E-87A3-904F1F1EA15B}" destId="{A6DD9D06-DA89-4603-B8F7-FBD644E58D2F}" srcOrd="1" destOrd="0" parTransId="{771B4AC5-0308-49E4-B099-A387891FD6EF}" sibTransId="{FCD3F02A-B9B0-4781-A980-FEDEF339878B}"/>
    <dgm:cxn modelId="{538185BE-6AE7-4420-9209-1899D9FC7E41}" type="presOf" srcId="{9B14743B-40BA-4BAC-A817-98C5DB910AAE}" destId="{2FA32170-38CA-4BE5-99EB-BCBC48CD1A81}" srcOrd="0" destOrd="0" presId="urn:microsoft.com/office/officeart/2018/2/layout/IconLabelList"/>
    <dgm:cxn modelId="{EC88A2EF-67DA-4527-97F1-8EB4E3489F90}" type="presOf" srcId="{71401B0A-F8CF-4CC5-BFAC-FC867EFC6194}" destId="{4F6376C4-A7C1-4598-BD32-06FDB3373B21}" srcOrd="0" destOrd="0" presId="urn:microsoft.com/office/officeart/2018/2/layout/IconLabelList"/>
    <dgm:cxn modelId="{A91F60F8-61D7-4CD1-85AD-AE0E55EE6639}" srcId="{3F06DC47-49C5-488E-87A3-904F1F1EA15B}" destId="{9B14743B-40BA-4BAC-A817-98C5DB910AAE}" srcOrd="2" destOrd="0" parTransId="{501600B5-9A4E-481F-9FAA-17E773255D4D}" sibTransId="{89C3A758-DD31-4766-A852-47BEC6440255}"/>
    <dgm:cxn modelId="{D2E71C08-AC69-4A03-B18C-9B7CACD6F167}" type="presParOf" srcId="{841609D9-B6C6-4296-9942-79730764CCD0}" destId="{D85C5638-6A5E-406B-847B-046D13DD7CD6}" srcOrd="0" destOrd="0" presId="urn:microsoft.com/office/officeart/2018/2/layout/IconLabelList"/>
    <dgm:cxn modelId="{6C7BF6FB-0792-4565-A490-D2501BD3B264}" type="presParOf" srcId="{D85C5638-6A5E-406B-847B-046D13DD7CD6}" destId="{F56CFFBD-F26F-44DE-B558-3C21F80B5439}" srcOrd="0" destOrd="0" presId="urn:microsoft.com/office/officeart/2018/2/layout/IconLabelList"/>
    <dgm:cxn modelId="{8D3BB226-A748-45E8-80BA-52976AE9FDB2}" type="presParOf" srcId="{D85C5638-6A5E-406B-847B-046D13DD7CD6}" destId="{70A9AC2C-C0B1-4EA6-859F-1C70DADAC3F4}" srcOrd="1" destOrd="0" presId="urn:microsoft.com/office/officeart/2018/2/layout/IconLabelList"/>
    <dgm:cxn modelId="{69B0E255-74F6-4A87-A078-09769630E88A}" type="presParOf" srcId="{D85C5638-6A5E-406B-847B-046D13DD7CD6}" destId="{87A06AED-45AD-4461-BF3A-BD41FCE964B4}" srcOrd="2" destOrd="0" presId="urn:microsoft.com/office/officeart/2018/2/layout/IconLabelList"/>
    <dgm:cxn modelId="{A7221F6E-72F8-4BDE-9CFA-C5B04E1F2843}" type="presParOf" srcId="{841609D9-B6C6-4296-9942-79730764CCD0}" destId="{443E61D2-FE1C-4710-AED7-A35BDD8FAEB2}" srcOrd="1" destOrd="0" presId="urn:microsoft.com/office/officeart/2018/2/layout/IconLabelList"/>
    <dgm:cxn modelId="{CF47BAAA-FDBC-4A2F-979B-F3F018175C48}" type="presParOf" srcId="{841609D9-B6C6-4296-9942-79730764CCD0}" destId="{E8539E7F-7C3B-4B79-8790-7A0851A56050}" srcOrd="2" destOrd="0" presId="urn:microsoft.com/office/officeart/2018/2/layout/IconLabelList"/>
    <dgm:cxn modelId="{FAC6A2F4-EBA5-4A49-8D18-315E6249CB6C}" type="presParOf" srcId="{E8539E7F-7C3B-4B79-8790-7A0851A56050}" destId="{3E54F69E-7EA5-47A8-9D53-9B23AF7DA52D}" srcOrd="0" destOrd="0" presId="urn:microsoft.com/office/officeart/2018/2/layout/IconLabelList"/>
    <dgm:cxn modelId="{3E1591F2-F91E-44A0-862F-4290670F0CC9}" type="presParOf" srcId="{E8539E7F-7C3B-4B79-8790-7A0851A56050}" destId="{43BDB5F6-9077-4C4C-A29D-9E7EBCC002C3}" srcOrd="1" destOrd="0" presId="urn:microsoft.com/office/officeart/2018/2/layout/IconLabelList"/>
    <dgm:cxn modelId="{4CA3317B-EF4A-4697-A0B8-5CF16E0211C5}" type="presParOf" srcId="{E8539E7F-7C3B-4B79-8790-7A0851A56050}" destId="{FA15E32C-6DE9-4995-A8E3-53C378F66E8F}" srcOrd="2" destOrd="0" presId="urn:microsoft.com/office/officeart/2018/2/layout/IconLabelList"/>
    <dgm:cxn modelId="{B3F75655-0334-4639-8523-BC1F5E9BE387}" type="presParOf" srcId="{841609D9-B6C6-4296-9942-79730764CCD0}" destId="{1DB6723B-C52A-4C37-BECE-10E812DE1A49}" srcOrd="3" destOrd="0" presId="urn:microsoft.com/office/officeart/2018/2/layout/IconLabelList"/>
    <dgm:cxn modelId="{D5C6BF5E-DE25-4B70-8B80-3989279E735C}" type="presParOf" srcId="{841609D9-B6C6-4296-9942-79730764CCD0}" destId="{28A6F2F4-465E-4E3A-8995-A909522CCE18}" srcOrd="4" destOrd="0" presId="urn:microsoft.com/office/officeart/2018/2/layout/IconLabelList"/>
    <dgm:cxn modelId="{933F38A5-F35D-456A-9EE2-AD1A86D13603}" type="presParOf" srcId="{28A6F2F4-465E-4E3A-8995-A909522CCE18}" destId="{76D33054-F58D-44D5-9FB2-E29E9FA05D0B}" srcOrd="0" destOrd="0" presId="urn:microsoft.com/office/officeart/2018/2/layout/IconLabelList"/>
    <dgm:cxn modelId="{2A423EB2-B54F-402D-93FF-6CE72EC2A5FE}" type="presParOf" srcId="{28A6F2F4-465E-4E3A-8995-A909522CCE18}" destId="{741C12FD-B0F0-4510-A500-2E392CD50280}" srcOrd="1" destOrd="0" presId="urn:microsoft.com/office/officeart/2018/2/layout/IconLabelList"/>
    <dgm:cxn modelId="{4DF675FD-30F6-4F9A-8927-1914153E491C}" type="presParOf" srcId="{28A6F2F4-465E-4E3A-8995-A909522CCE18}" destId="{2FA32170-38CA-4BE5-99EB-BCBC48CD1A81}" srcOrd="2" destOrd="0" presId="urn:microsoft.com/office/officeart/2018/2/layout/IconLabelList"/>
    <dgm:cxn modelId="{8F131556-C765-419E-9378-FD1D421D96EB}" type="presParOf" srcId="{841609D9-B6C6-4296-9942-79730764CCD0}" destId="{F41801C3-C622-4A5A-B36C-3489ECAE8269}" srcOrd="5" destOrd="0" presId="urn:microsoft.com/office/officeart/2018/2/layout/IconLabelList"/>
    <dgm:cxn modelId="{1CC5BF46-5CB5-48A5-B8B2-2AE70D905081}" type="presParOf" srcId="{841609D9-B6C6-4296-9942-79730764CCD0}" destId="{FD655C4F-5EBF-4918-8CFE-34A52746E8DD}" srcOrd="6" destOrd="0" presId="urn:microsoft.com/office/officeart/2018/2/layout/IconLabelList"/>
    <dgm:cxn modelId="{489FABE4-FC8A-40A4-94DA-6445CA527162}" type="presParOf" srcId="{FD655C4F-5EBF-4918-8CFE-34A52746E8DD}" destId="{DEF34AFE-738C-4B95-83F2-0102C60D6305}" srcOrd="0" destOrd="0" presId="urn:microsoft.com/office/officeart/2018/2/layout/IconLabelList"/>
    <dgm:cxn modelId="{505DF092-533B-4DB1-9CB7-29FDBCCF2FE8}" type="presParOf" srcId="{FD655C4F-5EBF-4918-8CFE-34A52746E8DD}" destId="{460D79E8-D71A-4FA9-B0D6-4FD946942F4E}" srcOrd="1" destOrd="0" presId="urn:microsoft.com/office/officeart/2018/2/layout/IconLabelList"/>
    <dgm:cxn modelId="{9C3906B6-43EE-4979-BBE9-A3B9E97B81EB}" type="presParOf" srcId="{FD655C4F-5EBF-4918-8CFE-34A52746E8DD}" destId="{4F6376C4-A7C1-4598-BD32-06FDB3373B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59049-E4E7-4213-9457-7873DBE059A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6498DE-695A-4F97-B48F-584FC99D549C}">
      <dgm:prSet/>
      <dgm:spPr/>
      <dgm:t>
        <a:bodyPr/>
        <a:lstStyle/>
        <a:p>
          <a:pPr>
            <a:defRPr cap="all"/>
          </a:pPr>
          <a:r>
            <a:rPr lang="en-US"/>
            <a:t>Students often manage multiple classes and deadlines.</a:t>
          </a:r>
        </a:p>
      </dgm:t>
    </dgm:pt>
    <dgm:pt modelId="{65DFD349-81EC-472D-9A52-B1BE5211FB44}" type="parTrans" cxnId="{B398D40F-DDAB-4A70-8F52-53761ED1C7BC}">
      <dgm:prSet/>
      <dgm:spPr/>
      <dgm:t>
        <a:bodyPr/>
        <a:lstStyle/>
        <a:p>
          <a:endParaRPr lang="en-US"/>
        </a:p>
      </dgm:t>
    </dgm:pt>
    <dgm:pt modelId="{EDD95B83-754C-4796-B9B8-9C7DF3701D0D}" type="sibTrans" cxnId="{B398D40F-DDAB-4A70-8F52-53761ED1C7BC}">
      <dgm:prSet/>
      <dgm:spPr/>
      <dgm:t>
        <a:bodyPr/>
        <a:lstStyle/>
        <a:p>
          <a:endParaRPr lang="en-US"/>
        </a:p>
      </dgm:t>
    </dgm:pt>
    <dgm:pt modelId="{C254D8C2-4F7E-4A49-B5A2-1E2A3885DF63}">
      <dgm:prSet/>
      <dgm:spPr/>
      <dgm:t>
        <a:bodyPr/>
        <a:lstStyle/>
        <a:p>
          <a:pPr>
            <a:defRPr cap="all"/>
          </a:pPr>
          <a:r>
            <a:rPr lang="en-US" dirty="0"/>
            <a:t>Checking Brightspace or a planner repeatedly is inconvenient.</a:t>
          </a:r>
        </a:p>
      </dgm:t>
    </dgm:pt>
    <dgm:pt modelId="{20A0CE22-C87E-49D9-933F-87E71FEB643C}" type="parTrans" cxnId="{D49F87C9-6DEE-4FBF-AF62-7576816DA334}">
      <dgm:prSet/>
      <dgm:spPr/>
      <dgm:t>
        <a:bodyPr/>
        <a:lstStyle/>
        <a:p>
          <a:endParaRPr lang="en-US"/>
        </a:p>
      </dgm:t>
    </dgm:pt>
    <dgm:pt modelId="{6E9000BC-C86A-4695-B653-B148909AF0B8}" type="sibTrans" cxnId="{D49F87C9-6DEE-4FBF-AF62-7576816DA334}">
      <dgm:prSet/>
      <dgm:spPr/>
      <dgm:t>
        <a:bodyPr/>
        <a:lstStyle/>
        <a:p>
          <a:endParaRPr lang="en-US"/>
        </a:p>
      </dgm:t>
    </dgm:pt>
    <dgm:pt modelId="{37CAFBAA-8B64-49FD-8DCF-54F2A24ECCF1}">
      <dgm:prSet/>
      <dgm:spPr/>
      <dgm:t>
        <a:bodyPr/>
        <a:lstStyle/>
        <a:p>
          <a:pPr>
            <a:defRPr cap="all"/>
          </a:pPr>
          <a:r>
            <a:rPr lang="en-US"/>
            <a:t>A constant visual reminder makes it easier to prioritize work.</a:t>
          </a:r>
        </a:p>
      </dgm:t>
    </dgm:pt>
    <dgm:pt modelId="{05614261-311B-4B6B-A3F6-B0866264ACA2}" type="parTrans" cxnId="{7AF2A88E-D5F0-4577-89EC-5A76292A0EEA}">
      <dgm:prSet/>
      <dgm:spPr/>
      <dgm:t>
        <a:bodyPr/>
        <a:lstStyle/>
        <a:p>
          <a:endParaRPr lang="en-US"/>
        </a:p>
      </dgm:t>
    </dgm:pt>
    <dgm:pt modelId="{41BBE0A1-614E-43BE-843B-24D17C32C900}" type="sibTrans" cxnId="{7AF2A88E-D5F0-4577-89EC-5A76292A0EEA}">
      <dgm:prSet/>
      <dgm:spPr/>
      <dgm:t>
        <a:bodyPr/>
        <a:lstStyle/>
        <a:p>
          <a:endParaRPr lang="en-US"/>
        </a:p>
      </dgm:t>
    </dgm:pt>
    <dgm:pt modelId="{2430A9BA-FB03-4706-B0D8-0D1BD808C552}" type="pres">
      <dgm:prSet presAssocID="{DDC59049-E4E7-4213-9457-7873DBE059A3}" presName="root" presStyleCnt="0">
        <dgm:presLayoutVars>
          <dgm:dir/>
          <dgm:resizeHandles val="exact"/>
        </dgm:presLayoutVars>
      </dgm:prSet>
      <dgm:spPr/>
    </dgm:pt>
    <dgm:pt modelId="{F9033AD7-A605-4094-B1E0-1A83445A5F35}" type="pres">
      <dgm:prSet presAssocID="{F36498DE-695A-4F97-B48F-584FC99D549C}" presName="compNode" presStyleCnt="0"/>
      <dgm:spPr/>
    </dgm:pt>
    <dgm:pt modelId="{6AA7F6C1-7D1A-4A3A-B4BB-5460A7F9570F}" type="pres">
      <dgm:prSet presAssocID="{F36498DE-695A-4F97-B48F-584FC99D549C}" presName="iconBgRect" presStyleLbl="bgShp" presStyleIdx="0" presStyleCnt="3"/>
      <dgm:spPr/>
    </dgm:pt>
    <dgm:pt modelId="{F290E747-D218-428C-8181-0E4196B61E32}" type="pres">
      <dgm:prSet presAssocID="{F36498DE-695A-4F97-B48F-584FC99D54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14DF8D0-7E70-4207-AF5B-7CA30B42E42A}" type="pres">
      <dgm:prSet presAssocID="{F36498DE-695A-4F97-B48F-584FC99D549C}" presName="spaceRect" presStyleCnt="0"/>
      <dgm:spPr/>
    </dgm:pt>
    <dgm:pt modelId="{47A301F7-F2DF-4A7E-88CC-38472E69A49F}" type="pres">
      <dgm:prSet presAssocID="{F36498DE-695A-4F97-B48F-584FC99D549C}" presName="textRect" presStyleLbl="revTx" presStyleIdx="0" presStyleCnt="3">
        <dgm:presLayoutVars>
          <dgm:chMax val="1"/>
          <dgm:chPref val="1"/>
        </dgm:presLayoutVars>
      </dgm:prSet>
      <dgm:spPr/>
    </dgm:pt>
    <dgm:pt modelId="{74BBED58-554D-4568-A6C3-6A45F79DA135}" type="pres">
      <dgm:prSet presAssocID="{EDD95B83-754C-4796-B9B8-9C7DF3701D0D}" presName="sibTrans" presStyleCnt="0"/>
      <dgm:spPr/>
    </dgm:pt>
    <dgm:pt modelId="{EC44DE10-FFBB-42EF-8717-DD423D3EA520}" type="pres">
      <dgm:prSet presAssocID="{C254D8C2-4F7E-4A49-B5A2-1E2A3885DF63}" presName="compNode" presStyleCnt="0"/>
      <dgm:spPr/>
    </dgm:pt>
    <dgm:pt modelId="{1EE60314-FE45-42CC-9086-19D9D2207BE5}" type="pres">
      <dgm:prSet presAssocID="{C254D8C2-4F7E-4A49-B5A2-1E2A3885DF63}" presName="iconBgRect" presStyleLbl="bgShp" presStyleIdx="1" presStyleCnt="3"/>
      <dgm:spPr/>
    </dgm:pt>
    <dgm:pt modelId="{6E05D5C3-71C2-41AC-A9F2-988EBCF91595}" type="pres">
      <dgm:prSet presAssocID="{C254D8C2-4F7E-4A49-B5A2-1E2A3885DF6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9042E11E-B2E1-4CE1-81C5-59545A2A961C}" type="pres">
      <dgm:prSet presAssocID="{C254D8C2-4F7E-4A49-B5A2-1E2A3885DF63}" presName="spaceRect" presStyleCnt="0"/>
      <dgm:spPr/>
    </dgm:pt>
    <dgm:pt modelId="{8D2CB6BF-B950-4E9A-AC01-B4792483DFE3}" type="pres">
      <dgm:prSet presAssocID="{C254D8C2-4F7E-4A49-B5A2-1E2A3885DF63}" presName="textRect" presStyleLbl="revTx" presStyleIdx="1" presStyleCnt="3">
        <dgm:presLayoutVars>
          <dgm:chMax val="1"/>
          <dgm:chPref val="1"/>
        </dgm:presLayoutVars>
      </dgm:prSet>
      <dgm:spPr/>
    </dgm:pt>
    <dgm:pt modelId="{1059CF32-043B-4D12-895C-B8701CEC2A99}" type="pres">
      <dgm:prSet presAssocID="{6E9000BC-C86A-4695-B653-B148909AF0B8}" presName="sibTrans" presStyleCnt="0"/>
      <dgm:spPr/>
    </dgm:pt>
    <dgm:pt modelId="{EAF2D438-238C-4BF8-80F9-41438386385B}" type="pres">
      <dgm:prSet presAssocID="{37CAFBAA-8B64-49FD-8DCF-54F2A24ECCF1}" presName="compNode" presStyleCnt="0"/>
      <dgm:spPr/>
    </dgm:pt>
    <dgm:pt modelId="{244BB1AA-B7CA-41B8-ACA6-6CF450FFAC92}" type="pres">
      <dgm:prSet presAssocID="{37CAFBAA-8B64-49FD-8DCF-54F2A24ECCF1}" presName="iconBgRect" presStyleLbl="bgShp" presStyleIdx="2" presStyleCnt="3"/>
      <dgm:spPr/>
    </dgm:pt>
    <dgm:pt modelId="{B6DB1B69-87D9-42D3-A27F-B01CB2B873A2}" type="pres">
      <dgm:prSet presAssocID="{37CAFBAA-8B64-49FD-8DCF-54F2A24ECCF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368CF17-2844-4158-902C-BB893CFC03F4}" type="pres">
      <dgm:prSet presAssocID="{37CAFBAA-8B64-49FD-8DCF-54F2A24ECCF1}" presName="spaceRect" presStyleCnt="0"/>
      <dgm:spPr/>
    </dgm:pt>
    <dgm:pt modelId="{E7E316B1-8A29-44AA-97B9-599E0E9F5487}" type="pres">
      <dgm:prSet presAssocID="{37CAFBAA-8B64-49FD-8DCF-54F2A24ECC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398D40F-DDAB-4A70-8F52-53761ED1C7BC}" srcId="{DDC59049-E4E7-4213-9457-7873DBE059A3}" destId="{F36498DE-695A-4F97-B48F-584FC99D549C}" srcOrd="0" destOrd="0" parTransId="{65DFD349-81EC-472D-9A52-B1BE5211FB44}" sibTransId="{EDD95B83-754C-4796-B9B8-9C7DF3701D0D}"/>
    <dgm:cxn modelId="{F3368C67-15FC-402B-AED2-B0F595FA23B4}" type="presOf" srcId="{37CAFBAA-8B64-49FD-8DCF-54F2A24ECCF1}" destId="{E7E316B1-8A29-44AA-97B9-599E0E9F5487}" srcOrd="0" destOrd="0" presId="urn:microsoft.com/office/officeart/2018/5/layout/IconCircleLabelList"/>
    <dgm:cxn modelId="{9F0D2B87-4890-4417-955E-46E43028CFA5}" type="presOf" srcId="{DDC59049-E4E7-4213-9457-7873DBE059A3}" destId="{2430A9BA-FB03-4706-B0D8-0D1BD808C552}" srcOrd="0" destOrd="0" presId="urn:microsoft.com/office/officeart/2018/5/layout/IconCircleLabelList"/>
    <dgm:cxn modelId="{B1082288-FB85-49B0-9D53-BCEAFDF2E864}" type="presOf" srcId="{C254D8C2-4F7E-4A49-B5A2-1E2A3885DF63}" destId="{8D2CB6BF-B950-4E9A-AC01-B4792483DFE3}" srcOrd="0" destOrd="0" presId="urn:microsoft.com/office/officeart/2018/5/layout/IconCircleLabelList"/>
    <dgm:cxn modelId="{7AF2A88E-D5F0-4577-89EC-5A76292A0EEA}" srcId="{DDC59049-E4E7-4213-9457-7873DBE059A3}" destId="{37CAFBAA-8B64-49FD-8DCF-54F2A24ECCF1}" srcOrd="2" destOrd="0" parTransId="{05614261-311B-4B6B-A3F6-B0866264ACA2}" sibTransId="{41BBE0A1-614E-43BE-843B-24D17C32C900}"/>
    <dgm:cxn modelId="{D49F87C9-6DEE-4FBF-AF62-7576816DA334}" srcId="{DDC59049-E4E7-4213-9457-7873DBE059A3}" destId="{C254D8C2-4F7E-4A49-B5A2-1E2A3885DF63}" srcOrd="1" destOrd="0" parTransId="{20A0CE22-C87E-49D9-933F-87E71FEB643C}" sibTransId="{6E9000BC-C86A-4695-B653-B148909AF0B8}"/>
    <dgm:cxn modelId="{3EEF0FCF-AB2B-40A6-B67D-75316734F92D}" type="presOf" srcId="{F36498DE-695A-4F97-B48F-584FC99D549C}" destId="{47A301F7-F2DF-4A7E-88CC-38472E69A49F}" srcOrd="0" destOrd="0" presId="urn:microsoft.com/office/officeart/2018/5/layout/IconCircleLabelList"/>
    <dgm:cxn modelId="{F3B99244-1253-45E1-A7AA-BDB9BDB2C3DC}" type="presParOf" srcId="{2430A9BA-FB03-4706-B0D8-0D1BD808C552}" destId="{F9033AD7-A605-4094-B1E0-1A83445A5F35}" srcOrd="0" destOrd="0" presId="urn:microsoft.com/office/officeart/2018/5/layout/IconCircleLabelList"/>
    <dgm:cxn modelId="{B373CFC1-0C59-4890-910A-4D8DA32C5ACB}" type="presParOf" srcId="{F9033AD7-A605-4094-B1E0-1A83445A5F35}" destId="{6AA7F6C1-7D1A-4A3A-B4BB-5460A7F9570F}" srcOrd="0" destOrd="0" presId="urn:microsoft.com/office/officeart/2018/5/layout/IconCircleLabelList"/>
    <dgm:cxn modelId="{7B7DB55C-83F0-450E-BFA8-A4DDDFE491B0}" type="presParOf" srcId="{F9033AD7-A605-4094-B1E0-1A83445A5F35}" destId="{F290E747-D218-428C-8181-0E4196B61E32}" srcOrd="1" destOrd="0" presId="urn:microsoft.com/office/officeart/2018/5/layout/IconCircleLabelList"/>
    <dgm:cxn modelId="{C8E4485F-318B-4727-B94E-CFB5398DD811}" type="presParOf" srcId="{F9033AD7-A605-4094-B1E0-1A83445A5F35}" destId="{914DF8D0-7E70-4207-AF5B-7CA30B42E42A}" srcOrd="2" destOrd="0" presId="urn:microsoft.com/office/officeart/2018/5/layout/IconCircleLabelList"/>
    <dgm:cxn modelId="{7FA4787C-55D0-4EDB-A47A-2F348281D391}" type="presParOf" srcId="{F9033AD7-A605-4094-B1E0-1A83445A5F35}" destId="{47A301F7-F2DF-4A7E-88CC-38472E69A49F}" srcOrd="3" destOrd="0" presId="urn:microsoft.com/office/officeart/2018/5/layout/IconCircleLabelList"/>
    <dgm:cxn modelId="{71ED5C85-48D6-45EE-AFDF-CF517BCDF121}" type="presParOf" srcId="{2430A9BA-FB03-4706-B0D8-0D1BD808C552}" destId="{74BBED58-554D-4568-A6C3-6A45F79DA135}" srcOrd="1" destOrd="0" presId="urn:microsoft.com/office/officeart/2018/5/layout/IconCircleLabelList"/>
    <dgm:cxn modelId="{D4F0BB79-F39F-4F79-972C-CF73F18DC1CF}" type="presParOf" srcId="{2430A9BA-FB03-4706-B0D8-0D1BD808C552}" destId="{EC44DE10-FFBB-42EF-8717-DD423D3EA520}" srcOrd="2" destOrd="0" presId="urn:microsoft.com/office/officeart/2018/5/layout/IconCircleLabelList"/>
    <dgm:cxn modelId="{9E74B4F3-FF09-4C94-8AE8-87569E5597A3}" type="presParOf" srcId="{EC44DE10-FFBB-42EF-8717-DD423D3EA520}" destId="{1EE60314-FE45-42CC-9086-19D9D2207BE5}" srcOrd="0" destOrd="0" presId="urn:microsoft.com/office/officeart/2018/5/layout/IconCircleLabelList"/>
    <dgm:cxn modelId="{829DB5BE-BBE0-40E7-81B5-B078F13D18AA}" type="presParOf" srcId="{EC44DE10-FFBB-42EF-8717-DD423D3EA520}" destId="{6E05D5C3-71C2-41AC-A9F2-988EBCF91595}" srcOrd="1" destOrd="0" presId="urn:microsoft.com/office/officeart/2018/5/layout/IconCircleLabelList"/>
    <dgm:cxn modelId="{75BEAF54-5451-448B-948A-386FAAF455E0}" type="presParOf" srcId="{EC44DE10-FFBB-42EF-8717-DD423D3EA520}" destId="{9042E11E-B2E1-4CE1-81C5-59545A2A961C}" srcOrd="2" destOrd="0" presId="urn:microsoft.com/office/officeart/2018/5/layout/IconCircleLabelList"/>
    <dgm:cxn modelId="{A62513BB-D60D-425C-84EA-FACCB18FE45F}" type="presParOf" srcId="{EC44DE10-FFBB-42EF-8717-DD423D3EA520}" destId="{8D2CB6BF-B950-4E9A-AC01-B4792483DFE3}" srcOrd="3" destOrd="0" presId="urn:microsoft.com/office/officeart/2018/5/layout/IconCircleLabelList"/>
    <dgm:cxn modelId="{20F671D8-817A-420B-AA86-80A1B6A16304}" type="presParOf" srcId="{2430A9BA-FB03-4706-B0D8-0D1BD808C552}" destId="{1059CF32-043B-4D12-895C-B8701CEC2A99}" srcOrd="3" destOrd="0" presId="urn:microsoft.com/office/officeart/2018/5/layout/IconCircleLabelList"/>
    <dgm:cxn modelId="{C860F85B-F403-48C3-99B9-65F47E9AA116}" type="presParOf" srcId="{2430A9BA-FB03-4706-B0D8-0D1BD808C552}" destId="{EAF2D438-238C-4BF8-80F9-41438386385B}" srcOrd="4" destOrd="0" presId="urn:microsoft.com/office/officeart/2018/5/layout/IconCircleLabelList"/>
    <dgm:cxn modelId="{9CA93AEA-AA07-4838-B5EB-D0CDA8961334}" type="presParOf" srcId="{EAF2D438-238C-4BF8-80F9-41438386385B}" destId="{244BB1AA-B7CA-41B8-ACA6-6CF450FFAC92}" srcOrd="0" destOrd="0" presId="urn:microsoft.com/office/officeart/2018/5/layout/IconCircleLabelList"/>
    <dgm:cxn modelId="{3945575F-1004-4B14-AD12-00EF75F0C932}" type="presParOf" srcId="{EAF2D438-238C-4BF8-80F9-41438386385B}" destId="{B6DB1B69-87D9-42D3-A27F-B01CB2B873A2}" srcOrd="1" destOrd="0" presId="urn:microsoft.com/office/officeart/2018/5/layout/IconCircleLabelList"/>
    <dgm:cxn modelId="{B57B43EF-C281-49FD-8CE5-4ABFE4788A9E}" type="presParOf" srcId="{EAF2D438-238C-4BF8-80F9-41438386385B}" destId="{9368CF17-2844-4158-902C-BB893CFC03F4}" srcOrd="2" destOrd="0" presId="urn:microsoft.com/office/officeart/2018/5/layout/IconCircleLabelList"/>
    <dgm:cxn modelId="{0D1FADB4-DADC-4F7E-ACC5-2FAEAE612A18}" type="presParOf" srcId="{EAF2D438-238C-4BF8-80F9-41438386385B}" destId="{E7E316B1-8A29-44AA-97B9-599E0E9F548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E1414C-DA90-4B62-8CCA-91FBBA1368D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9296755-0AC9-4274-89EF-4639841A5893}">
      <dgm:prSet/>
      <dgm:spPr/>
      <dgm:t>
        <a:bodyPr/>
        <a:lstStyle/>
        <a:p>
          <a:r>
            <a:rPr lang="en-US"/>
            <a:t>• Import assignment due dates</a:t>
          </a:r>
        </a:p>
      </dgm:t>
    </dgm:pt>
    <dgm:pt modelId="{96A8E02E-3819-4A5A-9422-1A03AFCD89AE}" type="parTrans" cxnId="{73F5933F-A4B5-4E3D-ACBE-5931A3E14B80}">
      <dgm:prSet/>
      <dgm:spPr/>
      <dgm:t>
        <a:bodyPr/>
        <a:lstStyle/>
        <a:p>
          <a:endParaRPr lang="en-US"/>
        </a:p>
      </dgm:t>
    </dgm:pt>
    <dgm:pt modelId="{F03588C2-E243-47E4-84BA-0913331E3B66}" type="sibTrans" cxnId="{73F5933F-A4B5-4E3D-ACBE-5931A3E14B80}">
      <dgm:prSet/>
      <dgm:spPr/>
      <dgm:t>
        <a:bodyPr/>
        <a:lstStyle/>
        <a:p>
          <a:endParaRPr lang="en-US"/>
        </a:p>
      </dgm:t>
    </dgm:pt>
    <dgm:pt modelId="{8D280141-5BF1-417F-9FEF-88FCC17D6104}">
      <dgm:prSet/>
      <dgm:spPr/>
      <dgm:t>
        <a:bodyPr/>
        <a:lstStyle/>
        <a:p>
          <a:r>
            <a:rPr lang="en-US"/>
            <a:t>• Real-time countdown timer</a:t>
          </a:r>
        </a:p>
      </dgm:t>
    </dgm:pt>
    <dgm:pt modelId="{8B423EDE-DA4E-4A2E-B8E3-10FAC51DD6FB}" type="parTrans" cxnId="{4D0095C8-8E94-452F-A441-A14105C91962}">
      <dgm:prSet/>
      <dgm:spPr/>
      <dgm:t>
        <a:bodyPr/>
        <a:lstStyle/>
        <a:p>
          <a:endParaRPr lang="en-US"/>
        </a:p>
      </dgm:t>
    </dgm:pt>
    <dgm:pt modelId="{E8EB6076-2F47-4F37-AE5B-01FDFDA41819}" type="sibTrans" cxnId="{4D0095C8-8E94-452F-A441-A14105C91962}">
      <dgm:prSet/>
      <dgm:spPr/>
      <dgm:t>
        <a:bodyPr/>
        <a:lstStyle/>
        <a:p>
          <a:endParaRPr lang="en-US"/>
        </a:p>
      </dgm:t>
    </dgm:pt>
    <dgm:pt modelId="{BF23EDB8-8923-42F4-AE9B-6AB90091484F}">
      <dgm:prSet/>
      <dgm:spPr/>
      <dgm:t>
        <a:bodyPr/>
        <a:lstStyle/>
        <a:p>
          <a:r>
            <a:rPr lang="en-US"/>
            <a:t>• Always-on-top corner widget</a:t>
          </a:r>
        </a:p>
      </dgm:t>
    </dgm:pt>
    <dgm:pt modelId="{AC952F25-0296-43ED-A614-5882E95A1EED}" type="parTrans" cxnId="{E5DE75CA-2856-4611-A5DE-A5DF0F9EFCC1}">
      <dgm:prSet/>
      <dgm:spPr/>
      <dgm:t>
        <a:bodyPr/>
        <a:lstStyle/>
        <a:p>
          <a:endParaRPr lang="en-US"/>
        </a:p>
      </dgm:t>
    </dgm:pt>
    <dgm:pt modelId="{BD84579C-DBA9-47EB-9E66-E5EC08CBD5E6}" type="sibTrans" cxnId="{E5DE75CA-2856-4611-A5DE-A5DF0F9EFCC1}">
      <dgm:prSet/>
      <dgm:spPr/>
      <dgm:t>
        <a:bodyPr/>
        <a:lstStyle/>
        <a:p>
          <a:endParaRPr lang="en-US"/>
        </a:p>
      </dgm:t>
    </dgm:pt>
    <dgm:pt modelId="{CC3D2166-4BD0-4860-A4FA-B96ACA6752F8}">
      <dgm:prSet/>
      <dgm:spPr/>
      <dgm:t>
        <a:bodyPr/>
        <a:lstStyle/>
        <a:p>
          <a:r>
            <a:rPr lang="en-US"/>
            <a:t>• Notifications before deadlines</a:t>
          </a:r>
        </a:p>
      </dgm:t>
    </dgm:pt>
    <dgm:pt modelId="{317B334B-5E33-4720-8A94-833203401CC9}" type="parTrans" cxnId="{E04E89D7-702C-4B94-8477-0AD697DC3B6A}">
      <dgm:prSet/>
      <dgm:spPr/>
      <dgm:t>
        <a:bodyPr/>
        <a:lstStyle/>
        <a:p>
          <a:endParaRPr lang="en-US"/>
        </a:p>
      </dgm:t>
    </dgm:pt>
    <dgm:pt modelId="{27DC8A1B-9363-4F1C-A506-47A3A4392E51}" type="sibTrans" cxnId="{E04E89D7-702C-4B94-8477-0AD697DC3B6A}">
      <dgm:prSet/>
      <dgm:spPr/>
      <dgm:t>
        <a:bodyPr/>
        <a:lstStyle/>
        <a:p>
          <a:endParaRPr lang="en-US"/>
        </a:p>
      </dgm:t>
    </dgm:pt>
    <dgm:pt modelId="{15E3943D-9EBD-4BFE-B3BB-0643DAEDDDA0}">
      <dgm:prSet/>
      <dgm:spPr/>
      <dgm:t>
        <a:bodyPr/>
        <a:lstStyle/>
        <a:p>
          <a:r>
            <a:rPr lang="en-US"/>
            <a:t>• Simple, distraction-free interface</a:t>
          </a:r>
        </a:p>
      </dgm:t>
    </dgm:pt>
    <dgm:pt modelId="{570DDFFF-004D-4CB6-943D-6D10A8F132D6}" type="parTrans" cxnId="{A8EC81D8-93B9-4904-8E07-8DC483716414}">
      <dgm:prSet/>
      <dgm:spPr/>
      <dgm:t>
        <a:bodyPr/>
        <a:lstStyle/>
        <a:p>
          <a:endParaRPr lang="en-US"/>
        </a:p>
      </dgm:t>
    </dgm:pt>
    <dgm:pt modelId="{9A1D6CBC-5A16-4284-904A-2966B1D4D857}" type="sibTrans" cxnId="{A8EC81D8-93B9-4904-8E07-8DC483716414}">
      <dgm:prSet/>
      <dgm:spPr/>
      <dgm:t>
        <a:bodyPr/>
        <a:lstStyle/>
        <a:p>
          <a:endParaRPr lang="en-US"/>
        </a:p>
      </dgm:t>
    </dgm:pt>
    <dgm:pt modelId="{D4F49B0D-E841-41B3-8FFE-D2078D5D37E4}" type="pres">
      <dgm:prSet presAssocID="{23E1414C-DA90-4B62-8CCA-91FBBA1368D8}" presName="root" presStyleCnt="0">
        <dgm:presLayoutVars>
          <dgm:dir/>
          <dgm:resizeHandles val="exact"/>
        </dgm:presLayoutVars>
      </dgm:prSet>
      <dgm:spPr/>
    </dgm:pt>
    <dgm:pt modelId="{B49AA2A8-BE3E-4B02-B5BF-3B4D7181941F}" type="pres">
      <dgm:prSet presAssocID="{B9296755-0AC9-4274-89EF-4639841A5893}" presName="compNode" presStyleCnt="0"/>
      <dgm:spPr/>
    </dgm:pt>
    <dgm:pt modelId="{C3BB62DA-B14A-4DE4-88C6-56D34C1B3C70}" type="pres">
      <dgm:prSet presAssocID="{B9296755-0AC9-4274-89EF-4639841A589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5B2A5FD5-CC93-4B0B-99FD-D9587D72C31C}" type="pres">
      <dgm:prSet presAssocID="{B9296755-0AC9-4274-89EF-4639841A5893}" presName="spaceRect" presStyleCnt="0"/>
      <dgm:spPr/>
    </dgm:pt>
    <dgm:pt modelId="{CF6C0F8D-AC8B-49B4-9842-2EEBBFE79C67}" type="pres">
      <dgm:prSet presAssocID="{B9296755-0AC9-4274-89EF-4639841A5893}" presName="textRect" presStyleLbl="revTx" presStyleIdx="0" presStyleCnt="5">
        <dgm:presLayoutVars>
          <dgm:chMax val="1"/>
          <dgm:chPref val="1"/>
        </dgm:presLayoutVars>
      </dgm:prSet>
      <dgm:spPr/>
    </dgm:pt>
    <dgm:pt modelId="{239C8D53-F6A7-4D0F-BF29-DCC18BF2CAD6}" type="pres">
      <dgm:prSet presAssocID="{F03588C2-E243-47E4-84BA-0913331E3B66}" presName="sibTrans" presStyleCnt="0"/>
      <dgm:spPr/>
    </dgm:pt>
    <dgm:pt modelId="{5E9C7CB6-6B8D-4656-92E0-A5F45ACEF4D0}" type="pres">
      <dgm:prSet presAssocID="{8D280141-5BF1-417F-9FEF-88FCC17D6104}" presName="compNode" presStyleCnt="0"/>
      <dgm:spPr/>
    </dgm:pt>
    <dgm:pt modelId="{E2DAA21B-745E-433E-9CEB-1A509CF7BFCF}" type="pres">
      <dgm:prSet presAssocID="{8D280141-5BF1-417F-9FEF-88FCC17D610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266E28E-1B3E-4277-9985-3F63A7629EA7}" type="pres">
      <dgm:prSet presAssocID="{8D280141-5BF1-417F-9FEF-88FCC17D6104}" presName="spaceRect" presStyleCnt="0"/>
      <dgm:spPr/>
    </dgm:pt>
    <dgm:pt modelId="{DCBAC1DF-772B-45A2-BB3B-399A7B8A9D54}" type="pres">
      <dgm:prSet presAssocID="{8D280141-5BF1-417F-9FEF-88FCC17D6104}" presName="textRect" presStyleLbl="revTx" presStyleIdx="1" presStyleCnt="5">
        <dgm:presLayoutVars>
          <dgm:chMax val="1"/>
          <dgm:chPref val="1"/>
        </dgm:presLayoutVars>
      </dgm:prSet>
      <dgm:spPr/>
    </dgm:pt>
    <dgm:pt modelId="{98A6465D-AF5A-447E-B4A9-157664F4E4C1}" type="pres">
      <dgm:prSet presAssocID="{E8EB6076-2F47-4F37-AE5B-01FDFDA41819}" presName="sibTrans" presStyleCnt="0"/>
      <dgm:spPr/>
    </dgm:pt>
    <dgm:pt modelId="{9DE556D4-2389-4096-8193-33E51268118B}" type="pres">
      <dgm:prSet presAssocID="{BF23EDB8-8923-42F4-AE9B-6AB90091484F}" presName="compNode" presStyleCnt="0"/>
      <dgm:spPr/>
    </dgm:pt>
    <dgm:pt modelId="{38D62BAD-BD83-4A43-B2EF-218D790E006C}" type="pres">
      <dgm:prSet presAssocID="{BF23EDB8-8923-42F4-AE9B-6AB90091484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3498518-8F89-4A6F-A2F1-C3521C74E04A}" type="pres">
      <dgm:prSet presAssocID="{BF23EDB8-8923-42F4-AE9B-6AB90091484F}" presName="spaceRect" presStyleCnt="0"/>
      <dgm:spPr/>
    </dgm:pt>
    <dgm:pt modelId="{2A6FA148-B990-4319-B380-D054792B4F8F}" type="pres">
      <dgm:prSet presAssocID="{BF23EDB8-8923-42F4-AE9B-6AB90091484F}" presName="textRect" presStyleLbl="revTx" presStyleIdx="2" presStyleCnt="5">
        <dgm:presLayoutVars>
          <dgm:chMax val="1"/>
          <dgm:chPref val="1"/>
        </dgm:presLayoutVars>
      </dgm:prSet>
      <dgm:spPr/>
    </dgm:pt>
    <dgm:pt modelId="{15BFC649-5234-4B77-904E-5A10AB3C9EB0}" type="pres">
      <dgm:prSet presAssocID="{BD84579C-DBA9-47EB-9E66-E5EC08CBD5E6}" presName="sibTrans" presStyleCnt="0"/>
      <dgm:spPr/>
    </dgm:pt>
    <dgm:pt modelId="{8840B75D-557A-4985-85BB-947207E50A18}" type="pres">
      <dgm:prSet presAssocID="{CC3D2166-4BD0-4860-A4FA-B96ACA6752F8}" presName="compNode" presStyleCnt="0"/>
      <dgm:spPr/>
    </dgm:pt>
    <dgm:pt modelId="{B53EAA1B-910E-4450-921A-4C26F1B256D6}" type="pres">
      <dgm:prSet presAssocID="{CC3D2166-4BD0-4860-A4FA-B96ACA6752F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6222B190-07B5-49CD-9F72-5843E1E1D853}" type="pres">
      <dgm:prSet presAssocID="{CC3D2166-4BD0-4860-A4FA-B96ACA6752F8}" presName="spaceRect" presStyleCnt="0"/>
      <dgm:spPr/>
    </dgm:pt>
    <dgm:pt modelId="{7B861972-3F8F-4069-80E5-4E907341EC2B}" type="pres">
      <dgm:prSet presAssocID="{CC3D2166-4BD0-4860-A4FA-B96ACA6752F8}" presName="textRect" presStyleLbl="revTx" presStyleIdx="3" presStyleCnt="5">
        <dgm:presLayoutVars>
          <dgm:chMax val="1"/>
          <dgm:chPref val="1"/>
        </dgm:presLayoutVars>
      </dgm:prSet>
      <dgm:spPr/>
    </dgm:pt>
    <dgm:pt modelId="{6EBCBCD7-BB3B-4292-9049-7A296DCCB207}" type="pres">
      <dgm:prSet presAssocID="{27DC8A1B-9363-4F1C-A506-47A3A4392E51}" presName="sibTrans" presStyleCnt="0"/>
      <dgm:spPr/>
    </dgm:pt>
    <dgm:pt modelId="{E01EACA8-8885-41E9-8D81-F0602BE0BA5F}" type="pres">
      <dgm:prSet presAssocID="{15E3943D-9EBD-4BFE-B3BB-0643DAEDDDA0}" presName="compNode" presStyleCnt="0"/>
      <dgm:spPr/>
    </dgm:pt>
    <dgm:pt modelId="{D234199F-DF67-4EFA-A808-FFB662023184}" type="pres">
      <dgm:prSet presAssocID="{15E3943D-9EBD-4BFE-B3BB-0643DAEDDDA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0C409D61-2A08-44FC-BDBB-2C6AE624F85D}" type="pres">
      <dgm:prSet presAssocID="{15E3943D-9EBD-4BFE-B3BB-0643DAEDDDA0}" presName="spaceRect" presStyleCnt="0"/>
      <dgm:spPr/>
    </dgm:pt>
    <dgm:pt modelId="{577EA026-6FD8-425A-A9AB-CFDF8EAF118B}" type="pres">
      <dgm:prSet presAssocID="{15E3943D-9EBD-4BFE-B3BB-0643DAEDDDA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DC751E-2AC5-4024-B7E4-245BD757F0EB}" type="presOf" srcId="{CC3D2166-4BD0-4860-A4FA-B96ACA6752F8}" destId="{7B861972-3F8F-4069-80E5-4E907341EC2B}" srcOrd="0" destOrd="0" presId="urn:microsoft.com/office/officeart/2018/2/layout/IconLabelList"/>
    <dgm:cxn modelId="{86A5FF34-2B6C-4D6A-B0D9-8BB56B35E01C}" type="presOf" srcId="{8D280141-5BF1-417F-9FEF-88FCC17D6104}" destId="{DCBAC1DF-772B-45A2-BB3B-399A7B8A9D54}" srcOrd="0" destOrd="0" presId="urn:microsoft.com/office/officeart/2018/2/layout/IconLabelList"/>
    <dgm:cxn modelId="{73F5933F-A4B5-4E3D-ACBE-5931A3E14B80}" srcId="{23E1414C-DA90-4B62-8CCA-91FBBA1368D8}" destId="{B9296755-0AC9-4274-89EF-4639841A5893}" srcOrd="0" destOrd="0" parTransId="{96A8E02E-3819-4A5A-9422-1A03AFCD89AE}" sibTransId="{F03588C2-E243-47E4-84BA-0913331E3B66}"/>
    <dgm:cxn modelId="{48538D45-33C1-4C31-8EBC-F0E03EECFB5E}" type="presOf" srcId="{23E1414C-DA90-4B62-8CCA-91FBBA1368D8}" destId="{D4F49B0D-E841-41B3-8FFE-D2078D5D37E4}" srcOrd="0" destOrd="0" presId="urn:microsoft.com/office/officeart/2018/2/layout/IconLabelList"/>
    <dgm:cxn modelId="{3187C26C-1C70-4FAB-A381-4325FB58A502}" type="presOf" srcId="{B9296755-0AC9-4274-89EF-4639841A5893}" destId="{CF6C0F8D-AC8B-49B4-9842-2EEBBFE79C67}" srcOrd="0" destOrd="0" presId="urn:microsoft.com/office/officeart/2018/2/layout/IconLabelList"/>
    <dgm:cxn modelId="{685054AB-E075-4FBD-A01C-DE20CBA3F003}" type="presOf" srcId="{BF23EDB8-8923-42F4-AE9B-6AB90091484F}" destId="{2A6FA148-B990-4319-B380-D054792B4F8F}" srcOrd="0" destOrd="0" presId="urn:microsoft.com/office/officeart/2018/2/layout/IconLabelList"/>
    <dgm:cxn modelId="{4D0095C8-8E94-452F-A441-A14105C91962}" srcId="{23E1414C-DA90-4B62-8CCA-91FBBA1368D8}" destId="{8D280141-5BF1-417F-9FEF-88FCC17D6104}" srcOrd="1" destOrd="0" parTransId="{8B423EDE-DA4E-4A2E-B8E3-10FAC51DD6FB}" sibTransId="{E8EB6076-2F47-4F37-AE5B-01FDFDA41819}"/>
    <dgm:cxn modelId="{E5DE75CA-2856-4611-A5DE-A5DF0F9EFCC1}" srcId="{23E1414C-DA90-4B62-8CCA-91FBBA1368D8}" destId="{BF23EDB8-8923-42F4-AE9B-6AB90091484F}" srcOrd="2" destOrd="0" parTransId="{AC952F25-0296-43ED-A614-5882E95A1EED}" sibTransId="{BD84579C-DBA9-47EB-9E66-E5EC08CBD5E6}"/>
    <dgm:cxn modelId="{E04E89D7-702C-4B94-8477-0AD697DC3B6A}" srcId="{23E1414C-DA90-4B62-8CCA-91FBBA1368D8}" destId="{CC3D2166-4BD0-4860-A4FA-B96ACA6752F8}" srcOrd="3" destOrd="0" parTransId="{317B334B-5E33-4720-8A94-833203401CC9}" sibTransId="{27DC8A1B-9363-4F1C-A506-47A3A4392E51}"/>
    <dgm:cxn modelId="{A8EC81D8-93B9-4904-8E07-8DC483716414}" srcId="{23E1414C-DA90-4B62-8CCA-91FBBA1368D8}" destId="{15E3943D-9EBD-4BFE-B3BB-0643DAEDDDA0}" srcOrd="4" destOrd="0" parTransId="{570DDFFF-004D-4CB6-943D-6D10A8F132D6}" sibTransId="{9A1D6CBC-5A16-4284-904A-2966B1D4D857}"/>
    <dgm:cxn modelId="{258126FD-601E-40DA-B06C-9E1487AD7440}" type="presOf" srcId="{15E3943D-9EBD-4BFE-B3BB-0643DAEDDDA0}" destId="{577EA026-6FD8-425A-A9AB-CFDF8EAF118B}" srcOrd="0" destOrd="0" presId="urn:microsoft.com/office/officeart/2018/2/layout/IconLabelList"/>
    <dgm:cxn modelId="{80D262BD-DAF3-494B-9143-DC09DC1319D3}" type="presParOf" srcId="{D4F49B0D-E841-41B3-8FFE-D2078D5D37E4}" destId="{B49AA2A8-BE3E-4B02-B5BF-3B4D7181941F}" srcOrd="0" destOrd="0" presId="urn:microsoft.com/office/officeart/2018/2/layout/IconLabelList"/>
    <dgm:cxn modelId="{E127B174-A13A-4DE4-97C5-365700B45AC4}" type="presParOf" srcId="{B49AA2A8-BE3E-4B02-B5BF-3B4D7181941F}" destId="{C3BB62DA-B14A-4DE4-88C6-56D34C1B3C70}" srcOrd="0" destOrd="0" presId="urn:microsoft.com/office/officeart/2018/2/layout/IconLabelList"/>
    <dgm:cxn modelId="{3EC4E625-70C0-400D-9427-60F8FDD4150C}" type="presParOf" srcId="{B49AA2A8-BE3E-4B02-B5BF-3B4D7181941F}" destId="{5B2A5FD5-CC93-4B0B-99FD-D9587D72C31C}" srcOrd="1" destOrd="0" presId="urn:microsoft.com/office/officeart/2018/2/layout/IconLabelList"/>
    <dgm:cxn modelId="{3EB94ACC-A3D8-4BE7-839C-38CDFF11F0E1}" type="presParOf" srcId="{B49AA2A8-BE3E-4B02-B5BF-3B4D7181941F}" destId="{CF6C0F8D-AC8B-49B4-9842-2EEBBFE79C67}" srcOrd="2" destOrd="0" presId="urn:microsoft.com/office/officeart/2018/2/layout/IconLabelList"/>
    <dgm:cxn modelId="{CFDC51F2-3C07-4341-B3F4-F5936D0DEC00}" type="presParOf" srcId="{D4F49B0D-E841-41B3-8FFE-D2078D5D37E4}" destId="{239C8D53-F6A7-4D0F-BF29-DCC18BF2CAD6}" srcOrd="1" destOrd="0" presId="urn:microsoft.com/office/officeart/2018/2/layout/IconLabelList"/>
    <dgm:cxn modelId="{28CC3C31-EC06-41A1-A3EC-B09B5D1BD4EF}" type="presParOf" srcId="{D4F49B0D-E841-41B3-8FFE-D2078D5D37E4}" destId="{5E9C7CB6-6B8D-4656-92E0-A5F45ACEF4D0}" srcOrd="2" destOrd="0" presId="urn:microsoft.com/office/officeart/2018/2/layout/IconLabelList"/>
    <dgm:cxn modelId="{E9C43D05-8DFB-4F01-8690-06B4A37B2AE3}" type="presParOf" srcId="{5E9C7CB6-6B8D-4656-92E0-A5F45ACEF4D0}" destId="{E2DAA21B-745E-433E-9CEB-1A509CF7BFCF}" srcOrd="0" destOrd="0" presId="urn:microsoft.com/office/officeart/2018/2/layout/IconLabelList"/>
    <dgm:cxn modelId="{A8C8C935-6626-43EB-ADCB-F1F5F47CA5F9}" type="presParOf" srcId="{5E9C7CB6-6B8D-4656-92E0-A5F45ACEF4D0}" destId="{3266E28E-1B3E-4277-9985-3F63A7629EA7}" srcOrd="1" destOrd="0" presId="urn:microsoft.com/office/officeart/2018/2/layout/IconLabelList"/>
    <dgm:cxn modelId="{13FBC74F-C9B4-4F5B-A6A9-1DF3DA0F01A1}" type="presParOf" srcId="{5E9C7CB6-6B8D-4656-92E0-A5F45ACEF4D0}" destId="{DCBAC1DF-772B-45A2-BB3B-399A7B8A9D54}" srcOrd="2" destOrd="0" presId="urn:microsoft.com/office/officeart/2018/2/layout/IconLabelList"/>
    <dgm:cxn modelId="{0073E27C-360D-4CD2-AD09-0C8C1BD95A8C}" type="presParOf" srcId="{D4F49B0D-E841-41B3-8FFE-D2078D5D37E4}" destId="{98A6465D-AF5A-447E-B4A9-157664F4E4C1}" srcOrd="3" destOrd="0" presId="urn:microsoft.com/office/officeart/2018/2/layout/IconLabelList"/>
    <dgm:cxn modelId="{1FE54912-E924-4BB6-A0FA-95079847B962}" type="presParOf" srcId="{D4F49B0D-E841-41B3-8FFE-D2078D5D37E4}" destId="{9DE556D4-2389-4096-8193-33E51268118B}" srcOrd="4" destOrd="0" presId="urn:microsoft.com/office/officeart/2018/2/layout/IconLabelList"/>
    <dgm:cxn modelId="{B06DD885-F1FB-465A-989D-7FF902B45D34}" type="presParOf" srcId="{9DE556D4-2389-4096-8193-33E51268118B}" destId="{38D62BAD-BD83-4A43-B2EF-218D790E006C}" srcOrd="0" destOrd="0" presId="urn:microsoft.com/office/officeart/2018/2/layout/IconLabelList"/>
    <dgm:cxn modelId="{6E5E00D3-885C-45B1-99FC-776B4A849675}" type="presParOf" srcId="{9DE556D4-2389-4096-8193-33E51268118B}" destId="{B3498518-8F89-4A6F-A2F1-C3521C74E04A}" srcOrd="1" destOrd="0" presId="urn:microsoft.com/office/officeart/2018/2/layout/IconLabelList"/>
    <dgm:cxn modelId="{66D4FAB0-53F8-48CB-A354-4575507D71BA}" type="presParOf" srcId="{9DE556D4-2389-4096-8193-33E51268118B}" destId="{2A6FA148-B990-4319-B380-D054792B4F8F}" srcOrd="2" destOrd="0" presId="urn:microsoft.com/office/officeart/2018/2/layout/IconLabelList"/>
    <dgm:cxn modelId="{00547A49-514E-42C6-8770-6CFECD5DF466}" type="presParOf" srcId="{D4F49B0D-E841-41B3-8FFE-D2078D5D37E4}" destId="{15BFC649-5234-4B77-904E-5A10AB3C9EB0}" srcOrd="5" destOrd="0" presId="urn:microsoft.com/office/officeart/2018/2/layout/IconLabelList"/>
    <dgm:cxn modelId="{336F95C4-70DF-43F4-97F4-94129BEF9A1B}" type="presParOf" srcId="{D4F49B0D-E841-41B3-8FFE-D2078D5D37E4}" destId="{8840B75D-557A-4985-85BB-947207E50A18}" srcOrd="6" destOrd="0" presId="urn:microsoft.com/office/officeart/2018/2/layout/IconLabelList"/>
    <dgm:cxn modelId="{444B307A-CDFA-4ACA-BDD4-A65981179943}" type="presParOf" srcId="{8840B75D-557A-4985-85BB-947207E50A18}" destId="{B53EAA1B-910E-4450-921A-4C26F1B256D6}" srcOrd="0" destOrd="0" presId="urn:microsoft.com/office/officeart/2018/2/layout/IconLabelList"/>
    <dgm:cxn modelId="{A773FA54-2266-4329-861E-51FFC99EE6A1}" type="presParOf" srcId="{8840B75D-557A-4985-85BB-947207E50A18}" destId="{6222B190-07B5-49CD-9F72-5843E1E1D853}" srcOrd="1" destOrd="0" presId="urn:microsoft.com/office/officeart/2018/2/layout/IconLabelList"/>
    <dgm:cxn modelId="{3AB8D935-6E46-45A5-B593-B20265156C7F}" type="presParOf" srcId="{8840B75D-557A-4985-85BB-947207E50A18}" destId="{7B861972-3F8F-4069-80E5-4E907341EC2B}" srcOrd="2" destOrd="0" presId="urn:microsoft.com/office/officeart/2018/2/layout/IconLabelList"/>
    <dgm:cxn modelId="{45E8064C-DCBB-4333-9322-A1BE8DD67C23}" type="presParOf" srcId="{D4F49B0D-E841-41B3-8FFE-D2078D5D37E4}" destId="{6EBCBCD7-BB3B-4292-9049-7A296DCCB207}" srcOrd="7" destOrd="0" presId="urn:microsoft.com/office/officeart/2018/2/layout/IconLabelList"/>
    <dgm:cxn modelId="{2E336250-5FD0-43FA-9E64-0488736398AF}" type="presParOf" srcId="{D4F49B0D-E841-41B3-8FFE-D2078D5D37E4}" destId="{E01EACA8-8885-41E9-8D81-F0602BE0BA5F}" srcOrd="8" destOrd="0" presId="urn:microsoft.com/office/officeart/2018/2/layout/IconLabelList"/>
    <dgm:cxn modelId="{0C7E910C-B55C-4638-8F70-B6ED81C212F9}" type="presParOf" srcId="{E01EACA8-8885-41E9-8D81-F0602BE0BA5F}" destId="{D234199F-DF67-4EFA-A808-FFB662023184}" srcOrd="0" destOrd="0" presId="urn:microsoft.com/office/officeart/2018/2/layout/IconLabelList"/>
    <dgm:cxn modelId="{4655BFF0-3D4D-4F99-9E39-F907C8398603}" type="presParOf" srcId="{E01EACA8-8885-41E9-8D81-F0602BE0BA5F}" destId="{0C409D61-2A08-44FC-BDBB-2C6AE624F85D}" srcOrd="1" destOrd="0" presId="urn:microsoft.com/office/officeart/2018/2/layout/IconLabelList"/>
    <dgm:cxn modelId="{18C5545B-4B27-4A6E-BA28-180374D60899}" type="presParOf" srcId="{E01EACA8-8885-41E9-8D81-F0602BE0BA5F}" destId="{577EA026-6FD8-425A-A9AB-CFDF8EAF11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EAFA46-951B-495E-9643-ED921A41F3E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3951EE-7ED4-4C39-A780-72F74C5D1C2F}">
      <dgm:prSet/>
      <dgm:spPr/>
      <dgm:t>
        <a:bodyPr/>
        <a:lstStyle/>
        <a:p>
          <a:r>
            <a:rPr lang="en-US"/>
            <a:t>Sprint 1: Planning &amp; Requirements</a:t>
          </a:r>
        </a:p>
      </dgm:t>
    </dgm:pt>
    <dgm:pt modelId="{7F6C4B87-F083-485E-A67D-AD959CCA23A5}" type="parTrans" cxnId="{5093F770-32D0-4D94-A8B8-A1D0C3AFFF51}">
      <dgm:prSet/>
      <dgm:spPr/>
      <dgm:t>
        <a:bodyPr/>
        <a:lstStyle/>
        <a:p>
          <a:endParaRPr lang="en-US"/>
        </a:p>
      </dgm:t>
    </dgm:pt>
    <dgm:pt modelId="{4BECC4E8-E416-4264-83A5-B77075B50783}" type="sibTrans" cxnId="{5093F770-32D0-4D94-A8B8-A1D0C3AFFF51}">
      <dgm:prSet/>
      <dgm:spPr/>
      <dgm:t>
        <a:bodyPr/>
        <a:lstStyle/>
        <a:p>
          <a:endParaRPr lang="en-US"/>
        </a:p>
      </dgm:t>
    </dgm:pt>
    <dgm:pt modelId="{93354C61-12ED-484C-AFC5-8646BD81A318}">
      <dgm:prSet/>
      <dgm:spPr/>
      <dgm:t>
        <a:bodyPr/>
        <a:lstStyle/>
        <a:p>
          <a:r>
            <a:rPr lang="en-US"/>
            <a:t>Sprint 2: Assignment Data Integration</a:t>
          </a:r>
        </a:p>
      </dgm:t>
    </dgm:pt>
    <dgm:pt modelId="{968B790F-7581-4AD3-8F69-4FCE5C3B144C}" type="parTrans" cxnId="{281391F6-BC9B-416C-B92E-740A9D29B5A6}">
      <dgm:prSet/>
      <dgm:spPr/>
      <dgm:t>
        <a:bodyPr/>
        <a:lstStyle/>
        <a:p>
          <a:endParaRPr lang="en-US"/>
        </a:p>
      </dgm:t>
    </dgm:pt>
    <dgm:pt modelId="{FE44F960-06AE-40B9-AD7C-50778A8C40B8}" type="sibTrans" cxnId="{281391F6-BC9B-416C-B92E-740A9D29B5A6}">
      <dgm:prSet/>
      <dgm:spPr/>
      <dgm:t>
        <a:bodyPr/>
        <a:lstStyle/>
        <a:p>
          <a:endParaRPr lang="en-US"/>
        </a:p>
      </dgm:t>
    </dgm:pt>
    <dgm:pt modelId="{63A191A7-3297-4213-A469-7E4E6E0036C0}">
      <dgm:prSet/>
      <dgm:spPr/>
      <dgm:t>
        <a:bodyPr/>
        <a:lstStyle/>
        <a:p>
          <a:r>
            <a:rPr lang="en-US"/>
            <a:t>Sprint 3: Countdown Logic</a:t>
          </a:r>
        </a:p>
      </dgm:t>
    </dgm:pt>
    <dgm:pt modelId="{BD4C942F-6C16-4E1C-8AD3-CA9D44D4F0D0}" type="parTrans" cxnId="{EB149085-4F68-4879-8DE6-9780D9D4C4C0}">
      <dgm:prSet/>
      <dgm:spPr/>
      <dgm:t>
        <a:bodyPr/>
        <a:lstStyle/>
        <a:p>
          <a:endParaRPr lang="en-US"/>
        </a:p>
      </dgm:t>
    </dgm:pt>
    <dgm:pt modelId="{7AAF3839-9CAB-43E0-A031-AEF52D433444}" type="sibTrans" cxnId="{EB149085-4F68-4879-8DE6-9780D9D4C4C0}">
      <dgm:prSet/>
      <dgm:spPr/>
      <dgm:t>
        <a:bodyPr/>
        <a:lstStyle/>
        <a:p>
          <a:endParaRPr lang="en-US"/>
        </a:p>
      </dgm:t>
    </dgm:pt>
    <dgm:pt modelId="{225A4021-1ECA-42C8-B1DD-AB4276FDD85B}">
      <dgm:prSet/>
      <dgm:spPr/>
      <dgm:t>
        <a:bodyPr/>
        <a:lstStyle/>
        <a:p>
          <a:r>
            <a:rPr lang="en-US"/>
            <a:t>Sprint 4: Desktop Widget UI</a:t>
          </a:r>
        </a:p>
      </dgm:t>
    </dgm:pt>
    <dgm:pt modelId="{78DB6910-FB36-44A8-BEF6-C8CB2EFFFDD6}" type="parTrans" cxnId="{2FDC8C3B-9135-4DE8-99AD-990E92465A90}">
      <dgm:prSet/>
      <dgm:spPr/>
      <dgm:t>
        <a:bodyPr/>
        <a:lstStyle/>
        <a:p>
          <a:endParaRPr lang="en-US"/>
        </a:p>
      </dgm:t>
    </dgm:pt>
    <dgm:pt modelId="{657DC223-59FC-4530-9D48-1EED549642F0}" type="sibTrans" cxnId="{2FDC8C3B-9135-4DE8-99AD-990E92465A90}">
      <dgm:prSet/>
      <dgm:spPr/>
      <dgm:t>
        <a:bodyPr/>
        <a:lstStyle/>
        <a:p>
          <a:endParaRPr lang="en-US"/>
        </a:p>
      </dgm:t>
    </dgm:pt>
    <dgm:pt modelId="{4E6B6DFD-9852-4CAF-B2AA-B5ECC7C8781F}">
      <dgm:prSet/>
      <dgm:spPr/>
      <dgm:t>
        <a:bodyPr/>
        <a:lstStyle/>
        <a:p>
          <a:r>
            <a:rPr lang="en-US"/>
            <a:t>Sprint 5: Notifications</a:t>
          </a:r>
        </a:p>
      </dgm:t>
    </dgm:pt>
    <dgm:pt modelId="{FDC4A58E-3CA3-4395-8EF1-46E673C066C8}" type="parTrans" cxnId="{FD22499B-F146-466E-9B38-7A571F29C3C8}">
      <dgm:prSet/>
      <dgm:spPr/>
      <dgm:t>
        <a:bodyPr/>
        <a:lstStyle/>
        <a:p>
          <a:endParaRPr lang="en-US"/>
        </a:p>
      </dgm:t>
    </dgm:pt>
    <dgm:pt modelId="{76CC118D-8F67-460D-93AF-B1C82C439C40}" type="sibTrans" cxnId="{FD22499B-F146-466E-9B38-7A571F29C3C8}">
      <dgm:prSet/>
      <dgm:spPr/>
      <dgm:t>
        <a:bodyPr/>
        <a:lstStyle/>
        <a:p>
          <a:endParaRPr lang="en-US"/>
        </a:p>
      </dgm:t>
    </dgm:pt>
    <dgm:pt modelId="{2CEBA576-9ECC-46E3-B38E-0D3954B4331A}">
      <dgm:prSet/>
      <dgm:spPr/>
      <dgm:t>
        <a:bodyPr/>
        <a:lstStyle/>
        <a:p>
          <a:r>
            <a:rPr lang="en-US"/>
            <a:t>Sprint 6: Testing &amp; Bug Fixes</a:t>
          </a:r>
        </a:p>
      </dgm:t>
    </dgm:pt>
    <dgm:pt modelId="{C4CB180E-AB09-4B7B-863B-0173132725A2}" type="parTrans" cxnId="{5BB3F2E9-5659-443E-9190-5A3812A1AE1A}">
      <dgm:prSet/>
      <dgm:spPr/>
      <dgm:t>
        <a:bodyPr/>
        <a:lstStyle/>
        <a:p>
          <a:endParaRPr lang="en-US"/>
        </a:p>
      </dgm:t>
    </dgm:pt>
    <dgm:pt modelId="{84EC6974-FD4D-4FA6-AB2F-1145FA80447B}" type="sibTrans" cxnId="{5BB3F2E9-5659-443E-9190-5A3812A1AE1A}">
      <dgm:prSet/>
      <dgm:spPr/>
      <dgm:t>
        <a:bodyPr/>
        <a:lstStyle/>
        <a:p>
          <a:endParaRPr lang="en-US"/>
        </a:p>
      </dgm:t>
    </dgm:pt>
    <dgm:pt modelId="{FFD5AFF4-0505-470C-B131-4BAAD12C3FC5}">
      <dgm:prSet/>
      <dgm:spPr/>
      <dgm:t>
        <a:bodyPr/>
        <a:lstStyle/>
        <a:p>
          <a:r>
            <a:rPr lang="en-US"/>
            <a:t>Sprint 7: Final Polish &amp; Documentation</a:t>
          </a:r>
        </a:p>
      </dgm:t>
    </dgm:pt>
    <dgm:pt modelId="{2491AF54-28E3-48E6-9BE0-1DA312102BB1}" type="parTrans" cxnId="{FB8F7C5D-F2EA-43FE-9561-277580DF42ED}">
      <dgm:prSet/>
      <dgm:spPr/>
      <dgm:t>
        <a:bodyPr/>
        <a:lstStyle/>
        <a:p>
          <a:endParaRPr lang="en-US"/>
        </a:p>
      </dgm:t>
    </dgm:pt>
    <dgm:pt modelId="{7251BA26-7087-4C05-921C-6EDA085FA38B}" type="sibTrans" cxnId="{FB8F7C5D-F2EA-43FE-9561-277580DF42ED}">
      <dgm:prSet/>
      <dgm:spPr/>
      <dgm:t>
        <a:bodyPr/>
        <a:lstStyle/>
        <a:p>
          <a:endParaRPr lang="en-US"/>
        </a:p>
      </dgm:t>
    </dgm:pt>
    <dgm:pt modelId="{BFED9AD2-62B6-48FC-B5F6-9C2A426DE404}" type="pres">
      <dgm:prSet presAssocID="{C4EAFA46-951B-495E-9643-ED921A41F3EE}" presName="diagram" presStyleCnt="0">
        <dgm:presLayoutVars>
          <dgm:dir/>
          <dgm:resizeHandles val="exact"/>
        </dgm:presLayoutVars>
      </dgm:prSet>
      <dgm:spPr/>
    </dgm:pt>
    <dgm:pt modelId="{1C7DE4F5-21D1-43DA-9FC2-E7ACB8C8E4E5}" type="pres">
      <dgm:prSet presAssocID="{343951EE-7ED4-4C39-A780-72F74C5D1C2F}" presName="node" presStyleLbl="node1" presStyleIdx="0" presStyleCnt="7">
        <dgm:presLayoutVars>
          <dgm:bulletEnabled val="1"/>
        </dgm:presLayoutVars>
      </dgm:prSet>
      <dgm:spPr/>
    </dgm:pt>
    <dgm:pt modelId="{5E8226BD-2DE0-48A6-9333-EC0B9545AE20}" type="pres">
      <dgm:prSet presAssocID="{4BECC4E8-E416-4264-83A5-B77075B50783}" presName="sibTrans" presStyleCnt="0"/>
      <dgm:spPr/>
    </dgm:pt>
    <dgm:pt modelId="{20A3B1FF-B111-43D2-8C2A-4C35C08D71BE}" type="pres">
      <dgm:prSet presAssocID="{93354C61-12ED-484C-AFC5-8646BD81A318}" presName="node" presStyleLbl="node1" presStyleIdx="1" presStyleCnt="7">
        <dgm:presLayoutVars>
          <dgm:bulletEnabled val="1"/>
        </dgm:presLayoutVars>
      </dgm:prSet>
      <dgm:spPr/>
    </dgm:pt>
    <dgm:pt modelId="{4391BEC7-8EC4-494B-B79F-27F66CF1EB82}" type="pres">
      <dgm:prSet presAssocID="{FE44F960-06AE-40B9-AD7C-50778A8C40B8}" presName="sibTrans" presStyleCnt="0"/>
      <dgm:spPr/>
    </dgm:pt>
    <dgm:pt modelId="{8D28D6DA-4A8E-4D64-8164-623E4D215986}" type="pres">
      <dgm:prSet presAssocID="{63A191A7-3297-4213-A469-7E4E6E0036C0}" presName="node" presStyleLbl="node1" presStyleIdx="2" presStyleCnt="7">
        <dgm:presLayoutVars>
          <dgm:bulletEnabled val="1"/>
        </dgm:presLayoutVars>
      </dgm:prSet>
      <dgm:spPr/>
    </dgm:pt>
    <dgm:pt modelId="{CC687EDE-47CE-43F1-B8EB-B97B34120300}" type="pres">
      <dgm:prSet presAssocID="{7AAF3839-9CAB-43E0-A031-AEF52D433444}" presName="sibTrans" presStyleCnt="0"/>
      <dgm:spPr/>
    </dgm:pt>
    <dgm:pt modelId="{A5B015D9-780B-4DD2-ADCC-15A48742DEA5}" type="pres">
      <dgm:prSet presAssocID="{225A4021-1ECA-42C8-B1DD-AB4276FDD85B}" presName="node" presStyleLbl="node1" presStyleIdx="3" presStyleCnt="7">
        <dgm:presLayoutVars>
          <dgm:bulletEnabled val="1"/>
        </dgm:presLayoutVars>
      </dgm:prSet>
      <dgm:spPr/>
    </dgm:pt>
    <dgm:pt modelId="{703CA22B-CE12-40DE-B435-706E2B7CF4B7}" type="pres">
      <dgm:prSet presAssocID="{657DC223-59FC-4530-9D48-1EED549642F0}" presName="sibTrans" presStyleCnt="0"/>
      <dgm:spPr/>
    </dgm:pt>
    <dgm:pt modelId="{CBD627FD-3504-4384-84DE-DB4672950A80}" type="pres">
      <dgm:prSet presAssocID="{4E6B6DFD-9852-4CAF-B2AA-B5ECC7C8781F}" presName="node" presStyleLbl="node1" presStyleIdx="4" presStyleCnt="7">
        <dgm:presLayoutVars>
          <dgm:bulletEnabled val="1"/>
        </dgm:presLayoutVars>
      </dgm:prSet>
      <dgm:spPr/>
    </dgm:pt>
    <dgm:pt modelId="{098DE92D-10E0-4B5F-92E0-BDD4E16CFD8D}" type="pres">
      <dgm:prSet presAssocID="{76CC118D-8F67-460D-93AF-B1C82C439C40}" presName="sibTrans" presStyleCnt="0"/>
      <dgm:spPr/>
    </dgm:pt>
    <dgm:pt modelId="{98969AD8-FB82-4C7A-BDA0-FD7AE6B51C77}" type="pres">
      <dgm:prSet presAssocID="{2CEBA576-9ECC-46E3-B38E-0D3954B4331A}" presName="node" presStyleLbl="node1" presStyleIdx="5" presStyleCnt="7">
        <dgm:presLayoutVars>
          <dgm:bulletEnabled val="1"/>
        </dgm:presLayoutVars>
      </dgm:prSet>
      <dgm:spPr/>
    </dgm:pt>
    <dgm:pt modelId="{5686D5E9-DC04-410E-8405-6E3DDA54BF5E}" type="pres">
      <dgm:prSet presAssocID="{84EC6974-FD4D-4FA6-AB2F-1145FA80447B}" presName="sibTrans" presStyleCnt="0"/>
      <dgm:spPr/>
    </dgm:pt>
    <dgm:pt modelId="{D8FD7474-CA77-4092-9858-7AE11AD24975}" type="pres">
      <dgm:prSet presAssocID="{FFD5AFF4-0505-470C-B131-4BAAD12C3FC5}" presName="node" presStyleLbl="node1" presStyleIdx="6" presStyleCnt="7">
        <dgm:presLayoutVars>
          <dgm:bulletEnabled val="1"/>
        </dgm:presLayoutVars>
      </dgm:prSet>
      <dgm:spPr/>
    </dgm:pt>
  </dgm:ptLst>
  <dgm:cxnLst>
    <dgm:cxn modelId="{A329A30E-D9B8-4A23-8FFB-223E263B0698}" type="presOf" srcId="{FFD5AFF4-0505-470C-B131-4BAAD12C3FC5}" destId="{D8FD7474-CA77-4092-9858-7AE11AD24975}" srcOrd="0" destOrd="0" presId="urn:microsoft.com/office/officeart/2005/8/layout/default"/>
    <dgm:cxn modelId="{38912C2B-5574-4236-B845-FF9F67016461}" type="presOf" srcId="{63A191A7-3297-4213-A469-7E4E6E0036C0}" destId="{8D28D6DA-4A8E-4D64-8164-623E4D215986}" srcOrd="0" destOrd="0" presId="urn:microsoft.com/office/officeart/2005/8/layout/default"/>
    <dgm:cxn modelId="{DCB1962E-C57E-4A39-9E5E-284B2F8A4E3F}" type="presOf" srcId="{93354C61-12ED-484C-AFC5-8646BD81A318}" destId="{20A3B1FF-B111-43D2-8C2A-4C35C08D71BE}" srcOrd="0" destOrd="0" presId="urn:microsoft.com/office/officeart/2005/8/layout/default"/>
    <dgm:cxn modelId="{2FDC8C3B-9135-4DE8-99AD-990E92465A90}" srcId="{C4EAFA46-951B-495E-9643-ED921A41F3EE}" destId="{225A4021-1ECA-42C8-B1DD-AB4276FDD85B}" srcOrd="3" destOrd="0" parTransId="{78DB6910-FB36-44A8-BEF6-C8CB2EFFFDD6}" sibTransId="{657DC223-59FC-4530-9D48-1EED549642F0}"/>
    <dgm:cxn modelId="{ED07A23B-4A72-4AF7-B770-F337241AFFAB}" type="presOf" srcId="{4E6B6DFD-9852-4CAF-B2AA-B5ECC7C8781F}" destId="{CBD627FD-3504-4384-84DE-DB4672950A80}" srcOrd="0" destOrd="0" presId="urn:microsoft.com/office/officeart/2005/8/layout/default"/>
    <dgm:cxn modelId="{FB8F7C5D-F2EA-43FE-9561-277580DF42ED}" srcId="{C4EAFA46-951B-495E-9643-ED921A41F3EE}" destId="{FFD5AFF4-0505-470C-B131-4BAAD12C3FC5}" srcOrd="6" destOrd="0" parTransId="{2491AF54-28E3-48E6-9BE0-1DA312102BB1}" sibTransId="{7251BA26-7087-4C05-921C-6EDA085FA38B}"/>
    <dgm:cxn modelId="{5093F770-32D0-4D94-A8B8-A1D0C3AFFF51}" srcId="{C4EAFA46-951B-495E-9643-ED921A41F3EE}" destId="{343951EE-7ED4-4C39-A780-72F74C5D1C2F}" srcOrd="0" destOrd="0" parTransId="{7F6C4B87-F083-485E-A67D-AD959CCA23A5}" sibTransId="{4BECC4E8-E416-4264-83A5-B77075B50783}"/>
    <dgm:cxn modelId="{0CD99676-1632-4F1A-90C3-962AC0FD4577}" type="presOf" srcId="{C4EAFA46-951B-495E-9643-ED921A41F3EE}" destId="{BFED9AD2-62B6-48FC-B5F6-9C2A426DE404}" srcOrd="0" destOrd="0" presId="urn:microsoft.com/office/officeart/2005/8/layout/default"/>
    <dgm:cxn modelId="{EB149085-4F68-4879-8DE6-9780D9D4C4C0}" srcId="{C4EAFA46-951B-495E-9643-ED921A41F3EE}" destId="{63A191A7-3297-4213-A469-7E4E6E0036C0}" srcOrd="2" destOrd="0" parTransId="{BD4C942F-6C16-4E1C-8AD3-CA9D44D4F0D0}" sibTransId="{7AAF3839-9CAB-43E0-A031-AEF52D433444}"/>
    <dgm:cxn modelId="{E7FC6A92-3176-441A-A1E0-526780303EAB}" type="presOf" srcId="{343951EE-7ED4-4C39-A780-72F74C5D1C2F}" destId="{1C7DE4F5-21D1-43DA-9FC2-E7ACB8C8E4E5}" srcOrd="0" destOrd="0" presId="urn:microsoft.com/office/officeart/2005/8/layout/default"/>
    <dgm:cxn modelId="{FD22499B-F146-466E-9B38-7A571F29C3C8}" srcId="{C4EAFA46-951B-495E-9643-ED921A41F3EE}" destId="{4E6B6DFD-9852-4CAF-B2AA-B5ECC7C8781F}" srcOrd="4" destOrd="0" parTransId="{FDC4A58E-3CA3-4395-8EF1-46E673C066C8}" sibTransId="{76CC118D-8F67-460D-93AF-B1C82C439C40}"/>
    <dgm:cxn modelId="{91E72EB5-B808-44CB-8B9C-A35411F69971}" type="presOf" srcId="{2CEBA576-9ECC-46E3-B38E-0D3954B4331A}" destId="{98969AD8-FB82-4C7A-BDA0-FD7AE6B51C77}" srcOrd="0" destOrd="0" presId="urn:microsoft.com/office/officeart/2005/8/layout/default"/>
    <dgm:cxn modelId="{5BB3F2E9-5659-443E-9190-5A3812A1AE1A}" srcId="{C4EAFA46-951B-495E-9643-ED921A41F3EE}" destId="{2CEBA576-9ECC-46E3-B38E-0D3954B4331A}" srcOrd="5" destOrd="0" parTransId="{C4CB180E-AB09-4B7B-863B-0173132725A2}" sibTransId="{84EC6974-FD4D-4FA6-AB2F-1145FA80447B}"/>
    <dgm:cxn modelId="{281391F6-BC9B-416C-B92E-740A9D29B5A6}" srcId="{C4EAFA46-951B-495E-9643-ED921A41F3EE}" destId="{93354C61-12ED-484C-AFC5-8646BD81A318}" srcOrd="1" destOrd="0" parTransId="{968B790F-7581-4AD3-8F69-4FCE5C3B144C}" sibTransId="{FE44F960-06AE-40B9-AD7C-50778A8C40B8}"/>
    <dgm:cxn modelId="{3ED054FD-29A7-45BC-B6D3-88748F75FF9E}" type="presOf" srcId="{225A4021-1ECA-42C8-B1DD-AB4276FDD85B}" destId="{A5B015D9-780B-4DD2-ADCC-15A48742DEA5}" srcOrd="0" destOrd="0" presId="urn:microsoft.com/office/officeart/2005/8/layout/default"/>
    <dgm:cxn modelId="{F15BA73E-7414-45D8-9D3C-50A806D59734}" type="presParOf" srcId="{BFED9AD2-62B6-48FC-B5F6-9C2A426DE404}" destId="{1C7DE4F5-21D1-43DA-9FC2-E7ACB8C8E4E5}" srcOrd="0" destOrd="0" presId="urn:microsoft.com/office/officeart/2005/8/layout/default"/>
    <dgm:cxn modelId="{62C72FF8-DF93-465E-8B14-20272A7C18F5}" type="presParOf" srcId="{BFED9AD2-62B6-48FC-B5F6-9C2A426DE404}" destId="{5E8226BD-2DE0-48A6-9333-EC0B9545AE20}" srcOrd="1" destOrd="0" presId="urn:microsoft.com/office/officeart/2005/8/layout/default"/>
    <dgm:cxn modelId="{A89AB131-25B0-4ECD-86CF-F795DBE0C383}" type="presParOf" srcId="{BFED9AD2-62B6-48FC-B5F6-9C2A426DE404}" destId="{20A3B1FF-B111-43D2-8C2A-4C35C08D71BE}" srcOrd="2" destOrd="0" presId="urn:microsoft.com/office/officeart/2005/8/layout/default"/>
    <dgm:cxn modelId="{86A6F08F-0E86-4530-B5FA-41C1CF04B611}" type="presParOf" srcId="{BFED9AD2-62B6-48FC-B5F6-9C2A426DE404}" destId="{4391BEC7-8EC4-494B-B79F-27F66CF1EB82}" srcOrd="3" destOrd="0" presId="urn:microsoft.com/office/officeart/2005/8/layout/default"/>
    <dgm:cxn modelId="{E8BCC54F-E7A7-4BF9-8CE4-A5F994B38D9B}" type="presParOf" srcId="{BFED9AD2-62B6-48FC-B5F6-9C2A426DE404}" destId="{8D28D6DA-4A8E-4D64-8164-623E4D215986}" srcOrd="4" destOrd="0" presId="urn:microsoft.com/office/officeart/2005/8/layout/default"/>
    <dgm:cxn modelId="{8F0E4149-3813-4BEB-B529-33071985706F}" type="presParOf" srcId="{BFED9AD2-62B6-48FC-B5F6-9C2A426DE404}" destId="{CC687EDE-47CE-43F1-B8EB-B97B34120300}" srcOrd="5" destOrd="0" presId="urn:microsoft.com/office/officeart/2005/8/layout/default"/>
    <dgm:cxn modelId="{738D7923-A95E-4E5B-BED6-122420A6794C}" type="presParOf" srcId="{BFED9AD2-62B6-48FC-B5F6-9C2A426DE404}" destId="{A5B015D9-780B-4DD2-ADCC-15A48742DEA5}" srcOrd="6" destOrd="0" presId="urn:microsoft.com/office/officeart/2005/8/layout/default"/>
    <dgm:cxn modelId="{AEFFCE13-0D43-4B34-82E1-8AD85E472692}" type="presParOf" srcId="{BFED9AD2-62B6-48FC-B5F6-9C2A426DE404}" destId="{703CA22B-CE12-40DE-B435-706E2B7CF4B7}" srcOrd="7" destOrd="0" presId="urn:microsoft.com/office/officeart/2005/8/layout/default"/>
    <dgm:cxn modelId="{239E0514-3F5D-41C7-B6FE-B3D06FC83A1A}" type="presParOf" srcId="{BFED9AD2-62B6-48FC-B5F6-9C2A426DE404}" destId="{CBD627FD-3504-4384-84DE-DB4672950A80}" srcOrd="8" destOrd="0" presId="urn:microsoft.com/office/officeart/2005/8/layout/default"/>
    <dgm:cxn modelId="{12C9EC24-C988-4CEC-A0E1-8B6DF30D9C14}" type="presParOf" srcId="{BFED9AD2-62B6-48FC-B5F6-9C2A426DE404}" destId="{098DE92D-10E0-4B5F-92E0-BDD4E16CFD8D}" srcOrd="9" destOrd="0" presId="urn:microsoft.com/office/officeart/2005/8/layout/default"/>
    <dgm:cxn modelId="{E4ABD4A7-F171-4C07-8C6B-EC11C232AD9C}" type="presParOf" srcId="{BFED9AD2-62B6-48FC-B5F6-9C2A426DE404}" destId="{98969AD8-FB82-4C7A-BDA0-FD7AE6B51C77}" srcOrd="10" destOrd="0" presId="urn:microsoft.com/office/officeart/2005/8/layout/default"/>
    <dgm:cxn modelId="{2D6B9BA9-6533-4E00-8EE6-CBE1FFB05383}" type="presParOf" srcId="{BFED9AD2-62B6-48FC-B5F6-9C2A426DE404}" destId="{5686D5E9-DC04-410E-8405-6E3DDA54BF5E}" srcOrd="11" destOrd="0" presId="urn:microsoft.com/office/officeart/2005/8/layout/default"/>
    <dgm:cxn modelId="{1AE03082-0EF4-4186-8C58-01DF01F303AC}" type="presParOf" srcId="{BFED9AD2-62B6-48FC-B5F6-9C2A426DE404}" destId="{D8FD7474-CA77-4092-9858-7AE11AD24975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CFFBD-F26F-44DE-B558-3C21F80B5439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06AED-45AD-4461-BF3A-BD41FCE964B4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Reads assignment due dates from a connected source.</a:t>
          </a:r>
        </a:p>
      </dsp:txBody>
      <dsp:txXfrm>
        <a:off x="25435" y="2276522"/>
        <a:ext cx="1800000" cy="720000"/>
      </dsp:txXfrm>
    </dsp:sp>
    <dsp:sp modelId="{3E54F69E-7EA5-47A8-9D53-9B23AF7DA52D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5E32C-6DE9-4995-A8E3-53C378F66E8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Displays the next upcoming assignment.</a:t>
          </a:r>
        </a:p>
      </dsp:txBody>
      <dsp:txXfrm>
        <a:off x="2140435" y="2276522"/>
        <a:ext cx="1800000" cy="720000"/>
      </dsp:txXfrm>
    </dsp:sp>
    <dsp:sp modelId="{76D33054-F58D-44D5-9FB2-E29E9FA05D0B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32170-38CA-4BE5-99EB-BCBC48CD1A81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Shows a live countdown timer in a small desktop widget.</a:t>
          </a:r>
        </a:p>
      </dsp:txBody>
      <dsp:txXfrm>
        <a:off x="4255435" y="2276522"/>
        <a:ext cx="1800000" cy="720000"/>
      </dsp:txXfrm>
    </dsp:sp>
    <dsp:sp modelId="{DEF34AFE-738C-4B95-83F2-0102C60D630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376C4-A7C1-4598-BD32-06FDB3373B2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Helps students stay organized and avoid missed deadlines.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7F6C1-7D1A-4A3A-B4BB-5460A7F9570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0E747-D218-428C-8181-0E4196B61E3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301F7-F2DF-4A7E-88CC-38472E69A49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Students often manage multiple classes and deadlines.</a:t>
          </a:r>
        </a:p>
      </dsp:txBody>
      <dsp:txXfrm>
        <a:off x="46529" y="2703902"/>
        <a:ext cx="2418750" cy="720000"/>
      </dsp:txXfrm>
    </dsp:sp>
    <dsp:sp modelId="{1EE60314-FE45-42CC-9086-19D9D2207BE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5D5C3-71C2-41AC-A9F2-988EBCF9159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CB6BF-B950-4E9A-AC01-B4792483DFE3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Checking Brightspace or a planner repeatedly is inconvenient.</a:t>
          </a:r>
        </a:p>
      </dsp:txBody>
      <dsp:txXfrm>
        <a:off x="2888560" y="2703902"/>
        <a:ext cx="2418750" cy="720000"/>
      </dsp:txXfrm>
    </dsp:sp>
    <dsp:sp modelId="{244BB1AA-B7CA-41B8-ACA6-6CF450FFAC9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DB1B69-87D9-42D3-A27F-B01CB2B873A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316B1-8A29-44AA-97B9-599E0E9F548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 constant visual reminder makes it easier to prioritize work.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B62DA-B14A-4DE4-88C6-56D34C1B3C70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C0F8D-AC8B-49B4-9842-2EEBBFE79C67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Import assignment due dates</a:t>
          </a:r>
        </a:p>
      </dsp:txBody>
      <dsp:txXfrm>
        <a:off x="729373" y="1314747"/>
        <a:ext cx="1488867" cy="595546"/>
      </dsp:txXfrm>
    </dsp:sp>
    <dsp:sp modelId="{E2DAA21B-745E-433E-9CEB-1A509CF7BFCF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AC1DF-772B-45A2-BB3B-399A7B8A9D54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Real-time countdown timer</a:t>
          </a:r>
        </a:p>
      </dsp:txBody>
      <dsp:txXfrm>
        <a:off x="2478792" y="1314747"/>
        <a:ext cx="1488867" cy="595546"/>
      </dsp:txXfrm>
    </dsp:sp>
    <dsp:sp modelId="{38D62BAD-BD83-4A43-B2EF-218D790E006C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FA148-B990-4319-B380-D054792B4F8F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Always-on-top corner widget</a:t>
          </a:r>
        </a:p>
      </dsp:txBody>
      <dsp:txXfrm>
        <a:off x="4228211" y="1314747"/>
        <a:ext cx="1488867" cy="595546"/>
      </dsp:txXfrm>
    </dsp:sp>
    <dsp:sp modelId="{B53EAA1B-910E-4450-921A-4C26F1B256D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61972-3F8F-4069-80E5-4E907341EC2B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Notifications before deadlines</a:t>
          </a:r>
        </a:p>
      </dsp:txBody>
      <dsp:txXfrm>
        <a:off x="5977630" y="1314747"/>
        <a:ext cx="1488867" cy="595546"/>
      </dsp:txXfrm>
    </dsp:sp>
    <dsp:sp modelId="{D234199F-DF67-4EFA-A808-FFB662023184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EA026-6FD8-425A-A9AB-CFDF8EAF118B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Simple, distraction-free interface</a:t>
          </a:r>
        </a:p>
      </dsp:txBody>
      <dsp:txXfrm>
        <a:off x="3353501" y="3204069"/>
        <a:ext cx="1488867" cy="595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DE4F5-21D1-43DA-9FC2-E7ACB8C8E4E5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1: Planning &amp; Requirements</a:t>
          </a:r>
        </a:p>
      </dsp:txBody>
      <dsp:txXfrm>
        <a:off x="749153" y="3413"/>
        <a:ext cx="2092988" cy="1255793"/>
      </dsp:txXfrm>
    </dsp:sp>
    <dsp:sp modelId="{20A3B1FF-B111-43D2-8C2A-4C35C08D71BE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2: Assignment Data Integration</a:t>
          </a:r>
        </a:p>
      </dsp:txBody>
      <dsp:txXfrm>
        <a:off x="3051441" y="3413"/>
        <a:ext cx="2092988" cy="1255793"/>
      </dsp:txXfrm>
    </dsp:sp>
    <dsp:sp modelId="{8D28D6DA-4A8E-4D64-8164-623E4D215986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3: Countdown Logic</a:t>
          </a:r>
        </a:p>
      </dsp:txBody>
      <dsp:txXfrm>
        <a:off x="5353728" y="3413"/>
        <a:ext cx="2092988" cy="1255793"/>
      </dsp:txXfrm>
    </dsp:sp>
    <dsp:sp modelId="{A5B015D9-780B-4DD2-ADCC-15A48742DEA5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4: Desktop Widget UI</a:t>
          </a:r>
        </a:p>
      </dsp:txBody>
      <dsp:txXfrm>
        <a:off x="749153" y="1468505"/>
        <a:ext cx="2092988" cy="1255793"/>
      </dsp:txXfrm>
    </dsp:sp>
    <dsp:sp modelId="{CBD627FD-3504-4384-84DE-DB4672950A80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5: Notifications</a:t>
          </a:r>
        </a:p>
      </dsp:txBody>
      <dsp:txXfrm>
        <a:off x="3051441" y="1468505"/>
        <a:ext cx="2092988" cy="1255793"/>
      </dsp:txXfrm>
    </dsp:sp>
    <dsp:sp modelId="{98969AD8-FB82-4C7A-BDA0-FD7AE6B51C77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6: Testing &amp; Bug Fixes</a:t>
          </a:r>
        </a:p>
      </dsp:txBody>
      <dsp:txXfrm>
        <a:off x="5353728" y="1468505"/>
        <a:ext cx="2092988" cy="1255793"/>
      </dsp:txXfrm>
    </dsp:sp>
    <dsp:sp modelId="{D8FD7474-CA77-4092-9858-7AE11AD24975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Sprint 7: Final Polish &amp; Documentation</a:t>
          </a:r>
        </a:p>
      </dsp:txBody>
      <dsp:txXfrm>
        <a:off x="3051441" y="2933597"/>
        <a:ext cx="2092988" cy="1255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Assignment Reminder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Software Engineering Project</a:t>
            </a:r>
          </a:p>
          <a:p>
            <a:pPr algn="r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Assignment Deadline Tracker with Always-On Countdown Widget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86B71A-D1C3-D4DE-D7FF-45B1D83CC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94220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4AE6E8-306E-45B0-0DED-031F5F44B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2244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Goals &amp;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D8384-12F4-81D6-82F7-D70523840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82412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Agile Sprint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79E21D-7BD2-0DDB-0197-E15125965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2022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/>
              <a:t>This project aims to simplify time management by keeping assignment deadlines visible at all times, helping students stay organized and reduce last-minute stress.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179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Assignment Reminder Project</vt:lpstr>
      <vt:lpstr>Project Overview</vt:lpstr>
      <vt:lpstr>Problem Statement</vt:lpstr>
      <vt:lpstr>Goals &amp; Features</vt:lpstr>
      <vt:lpstr>Agile Sprint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Benavides</cp:lastModifiedBy>
  <cp:revision>2</cp:revision>
  <dcterms:created xsi:type="dcterms:W3CDTF">2013-01-27T09:14:16Z</dcterms:created>
  <dcterms:modified xsi:type="dcterms:W3CDTF">2026-08-03T13:32:17Z</dcterms:modified>
  <cp:category/>
</cp:coreProperties>
</file>